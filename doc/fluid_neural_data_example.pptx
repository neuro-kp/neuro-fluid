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58" r:id="rId4"/>
    <p:sldId id="260" r:id="rId5"/>
    <p:sldId id="262" r:id="rId6"/>
    <p:sldId id="259" r:id="rId7"/>
    <p:sldId id="261" r:id="rId8"/>
    <p:sldId id="257"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B928B9-9C85-4F63-86A7-52B1B5C8647F}" v="25" dt="2026-01-12T16:12:23.607"/>
    <p1510:client id="{CF422606-8212-FD05-CEA2-2D308416FB6A}" v="150" dt="2026-01-12T17:49:42.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8"/>
    <p:restoredTop sz="94646"/>
  </p:normalViewPr>
  <p:slideViewPr>
    <p:cSldViewPr snapToGrid="0">
      <p:cViewPr varScale="1">
        <p:scale>
          <a:sx n="103" d="100"/>
          <a:sy n="103" d="100"/>
        </p:scale>
        <p:origin x="5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Phalke (PhD Psy Lab ATAS (PhysCAH3) FT)" userId="S::kxp385@student.bham.ac.uk::735def9b-7eab-4173-a589-155f4721eecc" providerId="AD" clId="Web-{CF422606-8212-FD05-CEA2-2D308416FB6A}"/>
    <pc:docChg chg="modSld">
      <pc:chgData name="Kiran Phalke (PhD Psy Lab ATAS (PhysCAH3) FT)" userId="S::kxp385@student.bham.ac.uk::735def9b-7eab-4173-a589-155f4721eecc" providerId="AD" clId="Web-{CF422606-8212-FD05-CEA2-2D308416FB6A}" dt="2026-01-12T17:49:42.707" v="141" actId="20577"/>
      <pc:docMkLst>
        <pc:docMk/>
      </pc:docMkLst>
      <pc:sldChg chg="modSp">
        <pc:chgData name="Kiran Phalke (PhD Psy Lab ATAS (PhysCAH3) FT)" userId="S::kxp385@student.bham.ac.uk::735def9b-7eab-4173-a589-155f4721eecc" providerId="AD" clId="Web-{CF422606-8212-FD05-CEA2-2D308416FB6A}" dt="2026-01-12T17:49:42.707" v="141" actId="20577"/>
        <pc:sldMkLst>
          <pc:docMk/>
          <pc:sldMk cId="2060602487" sldId="259"/>
        </pc:sldMkLst>
        <pc:spChg chg="mod">
          <ac:chgData name="Kiran Phalke (PhD Psy Lab ATAS (PhysCAH3) FT)" userId="S::kxp385@student.bham.ac.uk::735def9b-7eab-4173-a589-155f4721eecc" providerId="AD" clId="Web-{CF422606-8212-FD05-CEA2-2D308416FB6A}" dt="2026-01-12T17:49:42.707" v="141" actId="20577"/>
          <ac:spMkLst>
            <pc:docMk/>
            <pc:sldMk cId="2060602487" sldId="259"/>
            <ac:spMk id="3" creationId="{B5F85657-1037-47E1-2518-F114ADD35137}"/>
          </ac:spMkLst>
        </pc:spChg>
      </pc:sldChg>
      <pc:sldChg chg="addSp modSp">
        <pc:chgData name="Kiran Phalke (PhD Psy Lab ATAS (PhysCAH3) FT)" userId="S::kxp385@student.bham.ac.uk::735def9b-7eab-4173-a589-155f4721eecc" providerId="AD" clId="Web-{CF422606-8212-FD05-CEA2-2D308416FB6A}" dt="2026-01-12T16:55:54.183" v="113" actId="1076"/>
        <pc:sldMkLst>
          <pc:docMk/>
          <pc:sldMk cId="2876958623" sldId="262"/>
        </pc:sldMkLst>
        <pc:spChg chg="mod">
          <ac:chgData name="Kiran Phalke (PhD Psy Lab ATAS (PhysCAH3) FT)" userId="S::kxp385@student.bham.ac.uk::735def9b-7eab-4173-a589-155f4721eecc" providerId="AD" clId="Web-{CF422606-8212-FD05-CEA2-2D308416FB6A}" dt="2026-01-12T16:51:55.333" v="18" actId="1076"/>
          <ac:spMkLst>
            <pc:docMk/>
            <pc:sldMk cId="2876958623" sldId="262"/>
            <ac:spMk id="4" creationId="{886A9FF8-4780-5049-2B70-FE57877D8BE6}"/>
          </ac:spMkLst>
        </pc:spChg>
        <pc:spChg chg="add mod">
          <ac:chgData name="Kiran Phalke (PhD Psy Lab ATAS (PhysCAH3) FT)" userId="S::kxp385@student.bham.ac.uk::735def9b-7eab-4173-a589-155f4721eecc" providerId="AD" clId="Web-{CF422606-8212-FD05-CEA2-2D308416FB6A}" dt="2026-01-12T16:55:24.307" v="108" actId="1076"/>
          <ac:spMkLst>
            <pc:docMk/>
            <pc:sldMk cId="2876958623" sldId="262"/>
            <ac:spMk id="5" creationId="{FC118C99-19F7-F55F-7671-FA6D3D6A6A15}"/>
          </ac:spMkLst>
        </pc:spChg>
        <pc:spChg chg="add">
          <ac:chgData name="Kiran Phalke (PhD Psy Lab ATAS (PhysCAH3) FT)" userId="S::kxp385@student.bham.ac.uk::735def9b-7eab-4173-a589-155f4721eecc" providerId="AD" clId="Web-{CF422606-8212-FD05-CEA2-2D308416FB6A}" dt="2026-01-12T16:55:43.058" v="109"/>
          <ac:spMkLst>
            <pc:docMk/>
            <pc:sldMk cId="2876958623" sldId="262"/>
            <ac:spMk id="7" creationId="{EAE4DDBC-37E5-0A6C-1505-F3C4550D2F47}"/>
          </ac:spMkLst>
        </pc:spChg>
        <pc:spChg chg="add mod">
          <ac:chgData name="Kiran Phalke (PhD Psy Lab ATAS (PhysCAH3) FT)" userId="S::kxp385@student.bham.ac.uk::735def9b-7eab-4173-a589-155f4721eecc" providerId="AD" clId="Web-{CF422606-8212-FD05-CEA2-2D308416FB6A}" dt="2026-01-12T16:55:48.855" v="111" actId="1076"/>
          <ac:spMkLst>
            <pc:docMk/>
            <pc:sldMk cId="2876958623" sldId="262"/>
            <ac:spMk id="9" creationId="{D52BA8C1-1615-B33B-FB00-DC7DBD7458D7}"/>
          </ac:spMkLst>
        </pc:spChg>
        <pc:spChg chg="add mod">
          <ac:chgData name="Kiran Phalke (PhD Psy Lab ATAS (PhysCAH3) FT)" userId="S::kxp385@student.bham.ac.uk::735def9b-7eab-4173-a589-155f4721eecc" providerId="AD" clId="Web-{CF422606-8212-FD05-CEA2-2D308416FB6A}" dt="2026-01-12T16:55:54.183" v="113" actId="1076"/>
          <ac:spMkLst>
            <pc:docMk/>
            <pc:sldMk cId="2876958623" sldId="262"/>
            <ac:spMk id="10" creationId="{BEF69E1B-2132-EBF5-9935-9B6B95D8AA7D}"/>
          </ac:spMkLst>
        </pc:spChg>
        <pc:graphicFrameChg chg="mod modGraphic">
          <ac:chgData name="Kiran Phalke (PhD Psy Lab ATAS (PhysCAH3) FT)" userId="S::kxp385@student.bham.ac.uk::735def9b-7eab-4173-a589-155f4721eecc" providerId="AD" clId="Web-{CF422606-8212-FD05-CEA2-2D308416FB6A}" dt="2026-01-12T16:52:01.817" v="20" actId="1076"/>
          <ac:graphicFrameMkLst>
            <pc:docMk/>
            <pc:sldMk cId="2876958623" sldId="262"/>
            <ac:graphicFrameMk id="6" creationId="{7EBF7A2E-BED9-DE97-638C-95CE4A65DDD3}"/>
          </ac:graphicFrameMkLst>
        </pc:graphicFrameChg>
        <pc:graphicFrameChg chg="mod modGraphic">
          <ac:chgData name="Kiran Phalke (PhD Psy Lab ATAS (PhysCAH3) FT)" userId="S::kxp385@student.bham.ac.uk::735def9b-7eab-4173-a589-155f4721eecc" providerId="AD" clId="Web-{CF422606-8212-FD05-CEA2-2D308416FB6A}" dt="2026-01-12T16:52:11.474" v="21" actId="1076"/>
          <ac:graphicFrameMkLst>
            <pc:docMk/>
            <pc:sldMk cId="2876958623" sldId="262"/>
            <ac:graphicFrameMk id="8" creationId="{FA05FB0C-1E0E-7F18-AEB0-3FF39CA03AED}"/>
          </ac:graphicFrameMkLst>
        </pc:graphicFrameChg>
      </pc:sldChg>
    </pc:docChg>
  </pc:docChgLst>
  <pc:docChgLst>
    <pc:chgData name="Kiran Phalke (PhD Psy Lab ATAS (PhysCAH3) FT)" userId="735def9b-7eab-4173-a589-155f4721eecc" providerId="ADAL" clId="{FF4588CF-977A-4C08-A140-B27148ABFDF4}"/>
    <pc:docChg chg="undo redo custSel addSld modSld">
      <pc:chgData name="Kiran Phalke (PhD Psy Lab ATAS (PhysCAH3) FT)" userId="735def9b-7eab-4173-a589-155f4721eecc" providerId="ADAL" clId="{FF4588CF-977A-4C08-A140-B27148ABFDF4}" dt="2026-01-12T16:12:59.569" v="5720" actId="14100"/>
      <pc:docMkLst>
        <pc:docMk/>
      </pc:docMkLst>
      <pc:sldChg chg="addSp delSp modSp new mod modClrScheme chgLayout">
        <pc:chgData name="Kiran Phalke (PhD Psy Lab ATAS (PhysCAH3) FT)" userId="735def9b-7eab-4173-a589-155f4721eecc" providerId="ADAL" clId="{FF4588CF-977A-4C08-A140-B27148ABFDF4}" dt="2026-01-12T14:53:52.579" v="1036" actId="20577"/>
        <pc:sldMkLst>
          <pc:docMk/>
          <pc:sldMk cId="3186778479" sldId="256"/>
        </pc:sldMkLst>
        <pc:spChg chg="del mod">
          <ac:chgData name="Kiran Phalke (PhD Psy Lab ATAS (PhysCAH3) FT)" userId="735def9b-7eab-4173-a589-155f4721eecc" providerId="ADAL" clId="{FF4588CF-977A-4C08-A140-B27148ABFDF4}" dt="2026-01-12T14:47:02.620" v="2" actId="26606"/>
          <ac:spMkLst>
            <pc:docMk/>
            <pc:sldMk cId="3186778479" sldId="256"/>
            <ac:spMk id="2" creationId="{4B9FC0DA-1D9C-70D2-1BD2-96E40256ED85}"/>
          </ac:spMkLst>
        </pc:spChg>
        <pc:spChg chg="del mod">
          <ac:chgData name="Kiran Phalke (PhD Psy Lab ATAS (PhysCAH3) FT)" userId="735def9b-7eab-4173-a589-155f4721eecc" providerId="ADAL" clId="{FF4588CF-977A-4C08-A140-B27148ABFDF4}" dt="2026-01-12T14:47:02.620" v="2" actId="26606"/>
          <ac:spMkLst>
            <pc:docMk/>
            <pc:sldMk cId="3186778479" sldId="256"/>
            <ac:spMk id="3" creationId="{C79AF3E6-BC73-A370-FE84-B5C72617989F}"/>
          </ac:spMkLst>
        </pc:spChg>
        <pc:spChg chg="add mod">
          <ac:chgData name="Kiran Phalke (PhD Psy Lab ATAS (PhysCAH3) FT)" userId="735def9b-7eab-4173-a589-155f4721eecc" providerId="ADAL" clId="{FF4588CF-977A-4C08-A140-B27148ABFDF4}" dt="2026-01-12T14:47:51.343" v="67" actId="20577"/>
          <ac:spMkLst>
            <pc:docMk/>
            <pc:sldMk cId="3186778479" sldId="256"/>
            <ac:spMk id="8" creationId="{D7D752CA-34EC-770C-7256-752D0E96F724}"/>
          </ac:spMkLst>
        </pc:spChg>
        <pc:spChg chg="add mod">
          <ac:chgData name="Kiran Phalke (PhD Psy Lab ATAS (PhysCAH3) FT)" userId="735def9b-7eab-4173-a589-155f4721eecc" providerId="ADAL" clId="{FF4588CF-977A-4C08-A140-B27148ABFDF4}" dt="2026-01-12T14:53:52.579" v="1036" actId="20577"/>
          <ac:spMkLst>
            <pc:docMk/>
            <pc:sldMk cId="3186778479" sldId="256"/>
            <ac:spMk id="10" creationId="{DF33380B-DCF9-A3E3-A6BF-969B6B261C17}"/>
          </ac:spMkLst>
        </pc:spChg>
      </pc:sldChg>
      <pc:sldChg chg="modSp new mod">
        <pc:chgData name="Kiran Phalke (PhD Psy Lab ATAS (PhysCAH3) FT)" userId="735def9b-7eab-4173-a589-155f4721eecc" providerId="ADAL" clId="{FF4588CF-977A-4C08-A140-B27148ABFDF4}" dt="2026-01-12T15:02:51.096" v="1169" actId="20577"/>
        <pc:sldMkLst>
          <pc:docMk/>
          <pc:sldMk cId="870742400" sldId="257"/>
        </pc:sldMkLst>
        <pc:spChg chg="mod">
          <ac:chgData name="Kiran Phalke (PhD Psy Lab ATAS (PhysCAH3) FT)" userId="735def9b-7eab-4173-a589-155f4721eecc" providerId="ADAL" clId="{FF4588CF-977A-4C08-A140-B27148ABFDF4}" dt="2026-01-12T14:49:01.492" v="134" actId="20577"/>
          <ac:spMkLst>
            <pc:docMk/>
            <pc:sldMk cId="870742400" sldId="257"/>
            <ac:spMk id="2" creationId="{CB686F0F-2558-6CD4-ED34-C2081FF05248}"/>
          </ac:spMkLst>
        </pc:spChg>
        <pc:spChg chg="mod">
          <ac:chgData name="Kiran Phalke (PhD Psy Lab ATAS (PhysCAH3) FT)" userId="735def9b-7eab-4173-a589-155f4721eecc" providerId="ADAL" clId="{FF4588CF-977A-4C08-A140-B27148ABFDF4}" dt="2026-01-12T15:02:51.096" v="1169" actId="20577"/>
          <ac:spMkLst>
            <pc:docMk/>
            <pc:sldMk cId="870742400" sldId="257"/>
            <ac:spMk id="3" creationId="{45E231A9-DF66-F654-6D8C-9F7A8D20CDFE}"/>
          </ac:spMkLst>
        </pc:spChg>
      </pc:sldChg>
      <pc:sldChg chg="modSp new mod">
        <pc:chgData name="Kiran Phalke (PhD Psy Lab ATAS (PhysCAH3) FT)" userId="735def9b-7eab-4173-a589-155f4721eecc" providerId="ADAL" clId="{FF4588CF-977A-4C08-A140-B27148ABFDF4}" dt="2026-01-12T15:41:56.177" v="3929" actId="20577"/>
        <pc:sldMkLst>
          <pc:docMk/>
          <pc:sldMk cId="1514807859" sldId="258"/>
        </pc:sldMkLst>
        <pc:spChg chg="mod">
          <ac:chgData name="Kiran Phalke (PhD Psy Lab ATAS (PhysCAH3) FT)" userId="735def9b-7eab-4173-a589-155f4721eecc" providerId="ADAL" clId="{FF4588CF-977A-4C08-A140-B27148ABFDF4}" dt="2026-01-12T15:41:56.177" v="3929" actId="20577"/>
          <ac:spMkLst>
            <pc:docMk/>
            <pc:sldMk cId="1514807859" sldId="258"/>
            <ac:spMk id="2" creationId="{593C6542-E0B7-C741-85FE-6F66ADF534B4}"/>
          </ac:spMkLst>
        </pc:spChg>
        <pc:spChg chg="mod">
          <ac:chgData name="Kiran Phalke (PhD Psy Lab ATAS (PhysCAH3) FT)" userId="735def9b-7eab-4173-a589-155f4721eecc" providerId="ADAL" clId="{FF4588CF-977A-4C08-A140-B27148ABFDF4}" dt="2026-01-12T15:41:38.481" v="3891" actId="27636"/>
          <ac:spMkLst>
            <pc:docMk/>
            <pc:sldMk cId="1514807859" sldId="258"/>
            <ac:spMk id="3" creationId="{77A62677-4C55-29F7-0541-52755F736C4C}"/>
          </ac:spMkLst>
        </pc:spChg>
      </pc:sldChg>
      <pc:sldChg chg="modSp new mod">
        <pc:chgData name="Kiran Phalke (PhD Psy Lab ATAS (PhysCAH3) FT)" userId="735def9b-7eab-4173-a589-155f4721eecc" providerId="ADAL" clId="{FF4588CF-977A-4C08-A140-B27148ABFDF4}" dt="2026-01-12T15:43:58.281" v="4117" actId="20577"/>
        <pc:sldMkLst>
          <pc:docMk/>
          <pc:sldMk cId="2060602487" sldId="259"/>
        </pc:sldMkLst>
        <pc:spChg chg="mod">
          <ac:chgData name="Kiran Phalke (PhD Psy Lab ATAS (PhysCAH3) FT)" userId="735def9b-7eab-4173-a589-155f4721eecc" providerId="ADAL" clId="{FF4588CF-977A-4C08-A140-B27148ABFDF4}" dt="2026-01-12T15:18:05.836" v="2262" actId="20577"/>
          <ac:spMkLst>
            <pc:docMk/>
            <pc:sldMk cId="2060602487" sldId="259"/>
            <ac:spMk id="2" creationId="{A100F8FC-5333-9FD7-0F73-41F50092BD06}"/>
          </ac:spMkLst>
        </pc:spChg>
        <pc:spChg chg="mod">
          <ac:chgData name="Kiran Phalke (PhD Psy Lab ATAS (PhysCAH3) FT)" userId="735def9b-7eab-4173-a589-155f4721eecc" providerId="ADAL" clId="{FF4588CF-977A-4C08-A140-B27148ABFDF4}" dt="2026-01-12T15:43:58.281" v="4117" actId="20577"/>
          <ac:spMkLst>
            <pc:docMk/>
            <pc:sldMk cId="2060602487" sldId="259"/>
            <ac:spMk id="3" creationId="{B5F85657-1037-47E1-2518-F114ADD35137}"/>
          </ac:spMkLst>
        </pc:spChg>
      </pc:sldChg>
      <pc:sldChg chg="modSp new mod">
        <pc:chgData name="Kiran Phalke (PhD Psy Lab ATAS (PhysCAH3) FT)" userId="735def9b-7eab-4173-a589-155f4721eecc" providerId="ADAL" clId="{FF4588CF-977A-4C08-A140-B27148ABFDF4}" dt="2026-01-12T16:00:23.212" v="5609" actId="20577"/>
        <pc:sldMkLst>
          <pc:docMk/>
          <pc:sldMk cId="4161963006" sldId="260"/>
        </pc:sldMkLst>
        <pc:spChg chg="mod">
          <ac:chgData name="Kiran Phalke (PhD Psy Lab ATAS (PhysCAH3) FT)" userId="735def9b-7eab-4173-a589-155f4721eecc" providerId="ADAL" clId="{FF4588CF-977A-4C08-A140-B27148ABFDF4}" dt="2026-01-12T15:45:47.517" v="4122"/>
          <ac:spMkLst>
            <pc:docMk/>
            <pc:sldMk cId="4161963006" sldId="260"/>
            <ac:spMk id="2" creationId="{C68BBB8E-11C6-E9B9-0EEF-0CD7BA501ABB}"/>
          </ac:spMkLst>
        </pc:spChg>
        <pc:spChg chg="mod">
          <ac:chgData name="Kiran Phalke (PhD Psy Lab ATAS (PhysCAH3) FT)" userId="735def9b-7eab-4173-a589-155f4721eecc" providerId="ADAL" clId="{FF4588CF-977A-4C08-A140-B27148ABFDF4}" dt="2026-01-12T16:00:23.212" v="5609" actId="20577"/>
          <ac:spMkLst>
            <pc:docMk/>
            <pc:sldMk cId="4161963006" sldId="260"/>
            <ac:spMk id="3" creationId="{93C2D95C-E1F0-83AE-D03E-E44BA9566A8A}"/>
          </ac:spMkLst>
        </pc:spChg>
      </pc:sldChg>
      <pc:sldChg chg="addSp modSp new mod">
        <pc:chgData name="Kiran Phalke (PhD Psy Lab ATAS (PhysCAH3) FT)" userId="735def9b-7eab-4173-a589-155f4721eecc" providerId="ADAL" clId="{FF4588CF-977A-4C08-A140-B27148ABFDF4}" dt="2026-01-12T15:55:11.845" v="4834" actId="1076"/>
        <pc:sldMkLst>
          <pc:docMk/>
          <pc:sldMk cId="440742937" sldId="261"/>
        </pc:sldMkLst>
        <pc:spChg chg="mod">
          <ac:chgData name="Kiran Phalke (PhD Psy Lab ATAS (PhysCAH3) FT)" userId="735def9b-7eab-4173-a589-155f4721eecc" providerId="ADAL" clId="{FF4588CF-977A-4C08-A140-B27148ABFDF4}" dt="2026-01-12T15:55:11.845" v="4834" actId="1076"/>
          <ac:spMkLst>
            <pc:docMk/>
            <pc:sldMk cId="440742937" sldId="261"/>
            <ac:spMk id="2" creationId="{85F1938B-ABA9-A998-BEBD-414D693D356B}"/>
          </ac:spMkLst>
        </pc:spChg>
        <pc:spChg chg="mod">
          <ac:chgData name="Kiran Phalke (PhD Psy Lab ATAS (PhysCAH3) FT)" userId="735def9b-7eab-4173-a589-155f4721eecc" providerId="ADAL" clId="{FF4588CF-977A-4C08-A140-B27148ABFDF4}" dt="2026-01-12T15:54:44.906" v="4833" actId="20577"/>
          <ac:spMkLst>
            <pc:docMk/>
            <pc:sldMk cId="440742937" sldId="261"/>
            <ac:spMk id="3" creationId="{F6CA6B60-A9F9-2AD8-3316-6015B4533613}"/>
          </ac:spMkLst>
        </pc:spChg>
        <pc:spChg chg="add mod">
          <ac:chgData name="Kiran Phalke (PhD Psy Lab ATAS (PhysCAH3) FT)" userId="735def9b-7eab-4173-a589-155f4721eecc" providerId="ADAL" clId="{FF4588CF-977A-4C08-A140-B27148ABFDF4}" dt="2026-01-12T15:54:30.564" v="4830" actId="255"/>
          <ac:spMkLst>
            <pc:docMk/>
            <pc:sldMk cId="440742937" sldId="261"/>
            <ac:spMk id="4" creationId="{EB5FC45A-0781-EBD3-58A6-B7B4181D836F}"/>
          </ac:spMkLst>
        </pc:spChg>
        <pc:spChg chg="add mod">
          <ac:chgData name="Kiran Phalke (PhD Psy Lab ATAS (PhysCAH3) FT)" userId="735def9b-7eab-4173-a589-155f4721eecc" providerId="ADAL" clId="{FF4588CF-977A-4C08-A140-B27148ABFDF4}" dt="2026-01-12T15:54:33.359" v="4831" actId="1076"/>
          <ac:spMkLst>
            <pc:docMk/>
            <pc:sldMk cId="440742937" sldId="261"/>
            <ac:spMk id="5" creationId="{4DEB64E5-F18B-B5FB-9EA8-217EB3F6C71E}"/>
          </ac:spMkLst>
        </pc:spChg>
      </pc:sldChg>
      <pc:sldChg chg="addSp delSp modSp add mod">
        <pc:chgData name="Kiran Phalke (PhD Psy Lab ATAS (PhysCAH3) FT)" userId="735def9b-7eab-4173-a589-155f4721eecc" providerId="ADAL" clId="{FF4588CF-977A-4C08-A140-B27148ABFDF4}" dt="2026-01-12T16:12:59.569" v="5720" actId="14100"/>
        <pc:sldMkLst>
          <pc:docMk/>
          <pc:sldMk cId="2876958623" sldId="262"/>
        </pc:sldMkLst>
        <pc:spChg chg="mod">
          <ac:chgData name="Kiran Phalke (PhD Psy Lab ATAS (PhysCAH3) FT)" userId="735def9b-7eab-4173-a589-155f4721eecc" providerId="ADAL" clId="{FF4588CF-977A-4C08-A140-B27148ABFDF4}" dt="2026-01-12T16:10:42.618" v="5614" actId="14100"/>
          <ac:spMkLst>
            <pc:docMk/>
            <pc:sldMk cId="2876958623" sldId="262"/>
            <ac:spMk id="3" creationId="{13395E13-0922-AB74-ADED-C15805E57437}"/>
          </ac:spMkLst>
        </pc:spChg>
        <pc:spChg chg="add mod">
          <ac:chgData name="Kiran Phalke (PhD Psy Lab ATAS (PhysCAH3) FT)" userId="735def9b-7eab-4173-a589-155f4721eecc" providerId="ADAL" clId="{FF4588CF-977A-4C08-A140-B27148ABFDF4}" dt="2026-01-12T16:11:16.180" v="5694" actId="20577"/>
          <ac:spMkLst>
            <pc:docMk/>
            <pc:sldMk cId="2876958623" sldId="262"/>
            <ac:spMk id="4" creationId="{886A9FF8-4780-5049-2B70-FE57877D8BE6}"/>
          </ac:spMkLst>
        </pc:spChg>
        <pc:spChg chg="add del mod">
          <ac:chgData name="Kiran Phalke (PhD Psy Lab ATAS (PhysCAH3) FT)" userId="735def9b-7eab-4173-a589-155f4721eecc" providerId="ADAL" clId="{FF4588CF-977A-4C08-A140-B27148ABFDF4}" dt="2026-01-12T16:11:26.510" v="5697" actId="478"/>
          <ac:spMkLst>
            <pc:docMk/>
            <pc:sldMk cId="2876958623" sldId="262"/>
            <ac:spMk id="5" creationId="{B3BDE300-6622-AEF0-188E-FC7C86132264}"/>
          </ac:spMkLst>
        </pc:spChg>
        <pc:spChg chg="add del mod">
          <ac:chgData name="Kiran Phalke (PhD Psy Lab ATAS (PhysCAH3) FT)" userId="735def9b-7eab-4173-a589-155f4721eecc" providerId="ADAL" clId="{FF4588CF-977A-4C08-A140-B27148ABFDF4}" dt="2026-01-12T16:12:29.564" v="5718" actId="478"/>
          <ac:spMkLst>
            <pc:docMk/>
            <pc:sldMk cId="2876958623" sldId="262"/>
            <ac:spMk id="7" creationId="{B6DE1800-DD62-D5AA-7978-C36CBD820938}"/>
          </ac:spMkLst>
        </pc:spChg>
        <pc:graphicFrameChg chg="add mod modGraphic">
          <ac:chgData name="Kiran Phalke (PhD Psy Lab ATAS (PhysCAH3) FT)" userId="735def9b-7eab-4173-a589-155f4721eecc" providerId="ADAL" clId="{FF4588CF-977A-4C08-A140-B27148ABFDF4}" dt="2026-01-12T16:12:21.188" v="5716" actId="255"/>
          <ac:graphicFrameMkLst>
            <pc:docMk/>
            <pc:sldMk cId="2876958623" sldId="262"/>
            <ac:graphicFrameMk id="6" creationId="{7EBF7A2E-BED9-DE97-638C-95CE4A65DDD3}"/>
          </ac:graphicFrameMkLst>
        </pc:graphicFrameChg>
        <pc:graphicFrameChg chg="add mod modGraphic">
          <ac:chgData name="Kiran Phalke (PhD Psy Lab ATAS (PhysCAH3) FT)" userId="735def9b-7eab-4173-a589-155f4721eecc" providerId="ADAL" clId="{FF4588CF-977A-4C08-A140-B27148ABFDF4}" dt="2026-01-12T16:12:59.569" v="5720" actId="14100"/>
          <ac:graphicFrameMkLst>
            <pc:docMk/>
            <pc:sldMk cId="2876958623" sldId="262"/>
            <ac:graphicFrameMk id="8" creationId="{FA05FB0C-1E0E-7F18-AEB0-3FF39CA03AED}"/>
          </ac:graphicFrameMkLst>
        </pc:graphicFrame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ight Title Slide">
    <p:bg>
      <p:bgPr>
        <a:solidFill>
          <a:srgbClr val="FAFAF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CE8E45-5B9F-C181-45C9-202694F15FF9}"/>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320102"/>
            <a:ext cx="6908800" cy="2387600"/>
          </a:xfrm>
          <a:prstGeom prst="rect">
            <a:avLst/>
          </a:prstGeom>
        </p:spPr>
        <p:txBody>
          <a:bodyPr anchor="b"/>
          <a:lstStyle>
            <a:lvl1pPr algn="l">
              <a:lnSpc>
                <a:spcPts val="5400"/>
              </a:lnSpc>
              <a:defRPr sz="6000">
                <a:solidFill>
                  <a:srgbClr val="1B1B1B"/>
                </a:solidFill>
              </a:defRPr>
            </a:lvl1pPr>
          </a:lstStyle>
          <a:p>
            <a:r>
              <a:rPr lang="en-GB"/>
              <a:t>Insert headline here. </a:t>
            </a:r>
            <a:br>
              <a:rPr lang="en-GB"/>
            </a:br>
            <a:r>
              <a:rPr lang="en-GB"/>
              <a:t>Should be between </a:t>
            </a:r>
            <a:br>
              <a:rPr lang="en-GB"/>
            </a:br>
            <a:r>
              <a:rPr lang="en-GB"/>
              <a:t>1-3 lines max. </a:t>
            </a:r>
            <a:endParaRPr lang="en-US"/>
          </a:p>
        </p:txBody>
      </p:sp>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6671733"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pic>
        <p:nvPicPr>
          <p:cNvPr id="4" name="Picture 3" descr="A black background with a black square&#10;&#10;Description automatically generated with medium confidence">
            <a:extLst>
              <a:ext uri="{FF2B5EF4-FFF2-40B4-BE49-F238E27FC236}">
                <a16:creationId xmlns:a16="http://schemas.microsoft.com/office/drawing/2014/main" id="{82EF67E1-6EE4-3331-ABA4-9F069831BFF9}"/>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Tree>
    <p:extLst>
      <p:ext uri="{BB962C8B-B14F-4D97-AF65-F5344CB8AC3E}">
        <p14:creationId xmlns:p14="http://schemas.microsoft.com/office/powerpoint/2010/main" val="3261837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Title Slide_Image">
    <p:bg>
      <p:bgPr>
        <a:solidFill>
          <a:srgbClr val="1C1C1C"/>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A91C61-EA6A-A371-72BB-E53271771FF0}"/>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6344356" cy="2387600"/>
          </a:xfrm>
          <a:prstGeom prst="rect">
            <a:avLst/>
          </a:prstGeom>
        </p:spPr>
        <p:txBody>
          <a:bodyPr anchor="b"/>
          <a:lstStyle>
            <a:lvl1pPr algn="l">
              <a:lnSpc>
                <a:spcPts val="5400"/>
              </a:lnSpc>
              <a:defRPr sz="6000">
                <a:solidFill>
                  <a:srgbClr val="1B1B1B"/>
                </a:solidFill>
              </a:defRPr>
            </a:lvl1pPr>
          </a:lstStyle>
          <a:p>
            <a:r>
              <a:rPr lang="en-GB" dirty="0"/>
              <a:t>Insert headline here. </a:t>
            </a:r>
            <a:br>
              <a:rPr lang="en-GB" dirty="0"/>
            </a:br>
            <a:r>
              <a:rPr lang="en-GB" dirty="0"/>
              <a:t>Should be between </a:t>
            </a:r>
            <a:br>
              <a:rPr lang="en-GB" dirty="0"/>
            </a:br>
            <a:r>
              <a:rPr lang="en-GB" dirty="0"/>
              <a:t>1-3 lines max. </a:t>
            </a:r>
            <a:endParaRPr lang="en-US" dirty="0"/>
          </a:p>
        </p:txBody>
      </p:sp>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6344356"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
        <p:nvSpPr>
          <p:cNvPr id="10" name="4. Picture Placeholder">
            <a:extLst>
              <a:ext uri="{FF2B5EF4-FFF2-40B4-BE49-F238E27FC236}">
                <a16:creationId xmlns:a16="http://schemas.microsoft.com/office/drawing/2014/main" id="{C992F3AA-2026-24C9-831B-F66B099808AB}"/>
              </a:ext>
            </a:extLst>
          </p:cNvPr>
          <p:cNvSpPr>
            <a:spLocks noGrp="1"/>
          </p:cNvSpPr>
          <p:nvPr>
            <p:ph type="pic" idx="11" hasCustomPrompt="1"/>
          </p:nvPr>
        </p:nvSpPr>
        <p:spPr>
          <a:xfrm>
            <a:off x="7631362" y="0"/>
            <a:ext cx="4556539" cy="6858000"/>
          </a:xfrm>
          <a:custGeom>
            <a:avLst/>
            <a:gdLst>
              <a:gd name="connsiteX0" fmla="*/ 1896887 w 4542379"/>
              <a:gd name="connsiteY0" fmla="*/ 0 h 6858000"/>
              <a:gd name="connsiteX1" fmla="*/ 4542379 w 4542379"/>
              <a:gd name="connsiteY1" fmla="*/ 0 h 6858000"/>
              <a:gd name="connsiteX2" fmla="*/ 4542379 w 4542379"/>
              <a:gd name="connsiteY2" fmla="*/ 6858000 h 6858000"/>
              <a:gd name="connsiteX3" fmla="*/ 2609965 w 4542379"/>
              <a:gd name="connsiteY3" fmla="*/ 6858000 h 6858000"/>
              <a:gd name="connsiteX4" fmla="*/ 0 w 4542379"/>
              <a:gd name="connsiteY4" fmla="*/ 177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379" h="6858000">
                <a:moveTo>
                  <a:pt x="1896887" y="0"/>
                </a:moveTo>
                <a:lnTo>
                  <a:pt x="4542379" y="0"/>
                </a:lnTo>
                <a:lnTo>
                  <a:pt x="4542379" y="6858000"/>
                </a:lnTo>
                <a:lnTo>
                  <a:pt x="2609965" y="6858000"/>
                </a:lnTo>
                <a:lnTo>
                  <a:pt x="0" y="1778000"/>
                </a:lnTo>
                <a:close/>
              </a:path>
            </a:pathLst>
          </a:custGeom>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pic>
        <p:nvPicPr>
          <p:cNvPr id="4" name="Picture 3" descr="A black background with a black square&#10;&#10;Description automatically generated with medium confidence">
            <a:extLst>
              <a:ext uri="{FF2B5EF4-FFF2-40B4-BE49-F238E27FC236}">
                <a16:creationId xmlns:a16="http://schemas.microsoft.com/office/drawing/2014/main" id="{3373EF5D-89A1-E767-AC39-6A875CF1499A}"/>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Tree>
    <p:extLst>
      <p:ext uri="{BB962C8B-B14F-4D97-AF65-F5344CB8AC3E}">
        <p14:creationId xmlns:p14="http://schemas.microsoft.com/office/powerpoint/2010/main" val="4767996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Slide_Image">
    <p:bg>
      <p:bgPr>
        <a:solidFill>
          <a:srgbClr val="FAFAFA"/>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D4904C7-AEC6-1771-1753-914C38E8E802}"/>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6637867" cy="2387600"/>
          </a:xfrm>
          <a:prstGeom prst="rect">
            <a:avLst/>
          </a:prstGeom>
        </p:spPr>
        <p:txBody>
          <a:bodyPr anchor="b"/>
          <a:lstStyle>
            <a:lvl1pPr algn="l">
              <a:lnSpc>
                <a:spcPts val="5400"/>
              </a:lnSpc>
              <a:defRPr sz="6000">
                <a:solidFill>
                  <a:srgbClr val="FAFAFA"/>
                </a:solidFill>
              </a:defRPr>
            </a:lvl1pPr>
          </a:lstStyle>
          <a:p>
            <a:r>
              <a:rPr lang="en-GB" dirty="0"/>
              <a:t>Insert headline here. </a:t>
            </a:r>
            <a:br>
              <a:rPr lang="en-GB" dirty="0"/>
            </a:br>
            <a:r>
              <a:rPr lang="en-GB" dirty="0"/>
              <a:t>Should be between </a:t>
            </a:r>
            <a:br>
              <a:rPr lang="en-GB" dirty="0"/>
            </a:br>
            <a:r>
              <a:rPr lang="en-GB" dirty="0"/>
              <a:t>1-3 lines max. </a:t>
            </a:r>
            <a:endParaRPr lang="en-US" dirty="0"/>
          </a:p>
        </p:txBody>
      </p:sp>
      <p:sp>
        <p:nvSpPr>
          <p:cNvPr id="17" name="4. Picture Box ">
            <a:extLst>
              <a:ext uri="{FF2B5EF4-FFF2-40B4-BE49-F238E27FC236}">
                <a16:creationId xmlns:a16="http://schemas.microsoft.com/office/drawing/2014/main" id="{5BD1D972-DB48-9F79-3343-53455BAD1A3F}"/>
              </a:ext>
            </a:extLst>
          </p:cNvPr>
          <p:cNvSpPr>
            <a:spLocks noGrp="1"/>
          </p:cNvSpPr>
          <p:nvPr>
            <p:ph type="pic" idx="12" hasCustomPrompt="1"/>
          </p:nvPr>
        </p:nvSpPr>
        <p:spPr>
          <a:xfrm>
            <a:off x="7650676" y="0"/>
            <a:ext cx="4541325" cy="6854092"/>
          </a:xfrm>
          <a:custGeom>
            <a:avLst/>
            <a:gdLst>
              <a:gd name="connsiteX0" fmla="*/ 1895608 w 4541325"/>
              <a:gd name="connsiteY0" fmla="*/ 0 h 6854092"/>
              <a:gd name="connsiteX1" fmla="*/ 4541325 w 4541325"/>
              <a:gd name="connsiteY1" fmla="*/ 0 h 6854092"/>
              <a:gd name="connsiteX2" fmla="*/ 4541325 w 4541325"/>
              <a:gd name="connsiteY2" fmla="*/ 6854092 h 6854092"/>
              <a:gd name="connsiteX3" fmla="*/ 2610437 w 4541325"/>
              <a:gd name="connsiteY3" fmla="*/ 6854092 h 6854092"/>
              <a:gd name="connsiteX4" fmla="*/ 0 w 4541325"/>
              <a:gd name="connsiteY4" fmla="*/ 4568092 h 6854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1325" h="6854092">
                <a:moveTo>
                  <a:pt x="1895608" y="0"/>
                </a:moveTo>
                <a:lnTo>
                  <a:pt x="4541325" y="0"/>
                </a:lnTo>
                <a:lnTo>
                  <a:pt x="4541325" y="6854092"/>
                </a:lnTo>
                <a:lnTo>
                  <a:pt x="2610437" y="6854092"/>
                </a:lnTo>
                <a:lnTo>
                  <a:pt x="0" y="4568092"/>
                </a:lnTo>
                <a:close/>
              </a:path>
            </a:pathLst>
          </a:custGeom>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pic>
        <p:nvPicPr>
          <p:cNvPr id="3" name="Picture 2" descr="A black and white sign with white text&#10;&#10;Description automatically generated">
            <a:extLst>
              <a:ext uri="{FF2B5EF4-FFF2-40B4-BE49-F238E27FC236}">
                <a16:creationId xmlns:a16="http://schemas.microsoft.com/office/drawing/2014/main" id="{6DFB1AD8-611C-E16C-A431-4125E5802149}"/>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06400" y="5822539"/>
            <a:ext cx="1953808" cy="497017"/>
          </a:xfrm>
          <a:prstGeom prst="rect">
            <a:avLst/>
          </a:prstGeom>
        </p:spPr>
      </p:pic>
      <p:sp>
        <p:nvSpPr>
          <p:cNvPr id="5" name="3. Subtitle Placeholder">
            <a:extLst>
              <a:ext uri="{FF2B5EF4-FFF2-40B4-BE49-F238E27FC236}">
                <a16:creationId xmlns:a16="http://schemas.microsoft.com/office/drawing/2014/main" id="{D99E812D-9A36-EB66-C6AF-F7569F4271BC}"/>
              </a:ext>
            </a:extLst>
          </p:cNvPr>
          <p:cNvSpPr>
            <a:spLocks noGrp="1"/>
          </p:cNvSpPr>
          <p:nvPr>
            <p:ph type="subTitle" idx="1" hasCustomPrompt="1"/>
          </p:nvPr>
        </p:nvSpPr>
        <p:spPr>
          <a:xfrm>
            <a:off x="406400" y="3707702"/>
            <a:ext cx="6637867" cy="1022342"/>
          </a:xfrm>
          <a:prstGeom prst="rect">
            <a:avLst/>
          </a:prstGeom>
        </p:spPr>
        <p:txBody>
          <a:bodyPr>
            <a:normAutofit/>
          </a:bodyPr>
          <a:lstStyle>
            <a:lvl1pPr marL="0" indent="0" algn="l">
              <a:lnSpc>
                <a:spcPct val="100000"/>
              </a:lnSpc>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Tree>
    <p:extLst>
      <p:ext uri="{BB962C8B-B14F-4D97-AF65-F5344CB8AC3E}">
        <p14:creationId xmlns:p14="http://schemas.microsoft.com/office/powerpoint/2010/main" val="453325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ark Title Slide">
    <p:bg>
      <p:bgPr>
        <a:solidFill>
          <a:srgbClr val="1B1B1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56F4E-D43F-4BF7-F1A3-5555E421CFB2}"/>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solidFill>
                  <a:srgbClr val="FAFAFA"/>
                </a:solidFill>
              </a:defRPr>
            </a:lvl1pPr>
          </a:lstStyle>
          <a:p>
            <a:r>
              <a:rPr lang="en-GB" dirty="0"/>
              <a:t>Insert headline here. </a:t>
            </a:r>
            <a:br>
              <a:rPr lang="en-GB" dirty="0"/>
            </a:br>
            <a:r>
              <a:rPr lang="en-GB" dirty="0"/>
              <a:t>Should be between </a:t>
            </a:r>
            <a:br>
              <a:rPr lang="en-GB" dirty="0"/>
            </a:br>
            <a:r>
              <a:rPr lang="en-GB" dirty="0"/>
              <a:t>1-3 lines max. </a:t>
            </a:r>
            <a:endParaRPr lang="en-US" dirty="0"/>
          </a:p>
        </p:txBody>
      </p:sp>
      <p:pic>
        <p:nvPicPr>
          <p:cNvPr id="6" name="Picture 5" descr="A black and white sign with white text&#10;&#10;Description automatically generated">
            <a:extLst>
              <a:ext uri="{FF2B5EF4-FFF2-40B4-BE49-F238E27FC236}">
                <a16:creationId xmlns:a16="http://schemas.microsoft.com/office/drawing/2014/main" id="{3513E173-CB28-611F-DD12-EAFD5ADD7ED9}"/>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06400" y="5822539"/>
            <a:ext cx="1953808" cy="497017"/>
          </a:xfrm>
          <a:prstGeom prst="rect">
            <a:avLst/>
          </a:prstGeom>
        </p:spPr>
      </p:pic>
      <p:sp>
        <p:nvSpPr>
          <p:cNvPr id="5" name="3. Subtitle Placeholder">
            <a:extLst>
              <a:ext uri="{FF2B5EF4-FFF2-40B4-BE49-F238E27FC236}">
                <a16:creationId xmlns:a16="http://schemas.microsoft.com/office/drawing/2014/main" id="{A043951A-D3DB-4FFC-95EC-551578777232}"/>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Tree>
    <p:extLst>
      <p:ext uri="{BB962C8B-B14F-4D97-AF65-F5344CB8AC3E}">
        <p14:creationId xmlns:p14="http://schemas.microsoft.com/office/powerpoint/2010/main" val="38981705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6D2C9649-E817-6113-49C1-5EBD81E09935}"/>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
        <p:nvSpPr>
          <p:cNvPr id="9" name="3. Content Placeholder">
            <a:extLst>
              <a:ext uri="{FF2B5EF4-FFF2-40B4-BE49-F238E27FC236}">
                <a16:creationId xmlns:a16="http://schemas.microsoft.com/office/drawing/2014/main" id="{B5A082DC-9190-CE12-A89B-DEAF24BD59FB}"/>
              </a:ext>
            </a:extLst>
          </p:cNvPr>
          <p:cNvSpPr>
            <a:spLocks noGrp="1"/>
          </p:cNvSpPr>
          <p:nvPr>
            <p:ph sz="half" idx="1"/>
          </p:nvPr>
        </p:nvSpPr>
        <p:spPr>
          <a:xfrm>
            <a:off x="502920" y="1310641"/>
            <a:ext cx="10515600" cy="4378960"/>
          </a:xfrm>
          <a:prstGeom prst="rect">
            <a:avLst/>
          </a:prstGeom>
        </p:spPr>
        <p:txBody>
          <a:bodyPr/>
          <a:lstStyle>
            <a:lvl1pPr>
              <a:defRPr>
                <a:solidFill>
                  <a:srgbClr val="1B1B1B"/>
                </a:solidFill>
              </a:defRPr>
            </a:lvl1pPr>
            <a:lvl2pPr>
              <a:defRPr>
                <a:solidFill>
                  <a:srgbClr val="1B1B1B"/>
                </a:solidFill>
              </a:defRPr>
            </a:lvl2pPr>
            <a:lvl3pPr>
              <a:defRPr>
                <a:solidFill>
                  <a:srgbClr val="1B1B1B"/>
                </a:solidFill>
              </a:defRPr>
            </a:lvl3pPr>
            <a:lvl4pPr>
              <a:defRPr>
                <a:solidFill>
                  <a:srgbClr val="1B1B1B"/>
                </a:solidFill>
              </a:defRPr>
            </a:lvl4pPr>
            <a:lvl5pPr>
              <a:defRPr>
                <a:solidFill>
                  <a:srgbClr val="1B1B1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black background with a black square&#10;&#10;Description automatically generated with medium confidence">
            <a:extLst>
              <a:ext uri="{FF2B5EF4-FFF2-40B4-BE49-F238E27FC236}">
                <a16:creationId xmlns:a16="http://schemas.microsoft.com/office/drawing/2014/main" id="{17229CF6-AAC7-DD2D-2383-FA5CC4CFB105}"/>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Tree>
    <p:extLst>
      <p:ext uri="{BB962C8B-B14F-4D97-AF65-F5344CB8AC3E}">
        <p14:creationId xmlns:p14="http://schemas.microsoft.com/office/powerpoint/2010/main" val="15824176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itle and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6D2C9649-E817-6113-49C1-5EBD81E09935}"/>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
        <p:nvSpPr>
          <p:cNvPr id="9" name="3. Content Placeholder">
            <a:extLst>
              <a:ext uri="{FF2B5EF4-FFF2-40B4-BE49-F238E27FC236}">
                <a16:creationId xmlns:a16="http://schemas.microsoft.com/office/drawing/2014/main" id="{B5A082DC-9190-CE12-A89B-DEAF24BD59FB}"/>
              </a:ext>
            </a:extLst>
          </p:cNvPr>
          <p:cNvSpPr>
            <a:spLocks noGrp="1"/>
          </p:cNvSpPr>
          <p:nvPr>
            <p:ph sz="half" idx="1"/>
          </p:nvPr>
        </p:nvSpPr>
        <p:spPr>
          <a:xfrm>
            <a:off x="502920" y="1310641"/>
            <a:ext cx="10515600" cy="4378960"/>
          </a:xfrm>
          <a:prstGeom prst="rect">
            <a:avLst/>
          </a:prstGeom>
        </p:spPr>
        <p:txBody>
          <a:bodyPr/>
          <a:lstStyle>
            <a:lvl1pPr>
              <a:defRPr>
                <a:solidFill>
                  <a:srgbClr val="1B1B1B"/>
                </a:solidFill>
              </a:defRPr>
            </a:lvl1pPr>
            <a:lvl2pPr>
              <a:defRPr>
                <a:solidFill>
                  <a:srgbClr val="1B1B1B"/>
                </a:solidFill>
              </a:defRPr>
            </a:lvl2pPr>
            <a:lvl3pPr>
              <a:defRPr>
                <a:solidFill>
                  <a:srgbClr val="1B1B1B"/>
                </a:solidFill>
              </a:defRPr>
            </a:lvl3pPr>
            <a:lvl4pPr>
              <a:defRPr>
                <a:solidFill>
                  <a:srgbClr val="1B1B1B"/>
                </a:solidFill>
              </a:defRPr>
            </a:lvl4pPr>
            <a:lvl5pPr>
              <a:defRPr>
                <a:solidFill>
                  <a:srgbClr val="1B1B1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96DC3F04-8BBA-0785-458A-2A7116D5CC5D}"/>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735021" y="5827395"/>
            <a:ext cx="1954059" cy="487304"/>
          </a:xfrm>
          <a:prstGeom prst="rect">
            <a:avLst/>
          </a:prstGeom>
        </p:spPr>
      </p:pic>
    </p:spTree>
    <p:extLst>
      <p:ext uri="{BB962C8B-B14F-4D97-AF65-F5344CB8AC3E}">
        <p14:creationId xmlns:p14="http://schemas.microsoft.com/office/powerpoint/2010/main" val="396545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wo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
        <p:nvSpPr>
          <p:cNvPr id="17" name="3. Content Placeholder (1)">
            <a:extLst>
              <a:ext uri="{FF2B5EF4-FFF2-40B4-BE49-F238E27FC236}">
                <a16:creationId xmlns:a16="http://schemas.microsoft.com/office/drawing/2014/main" id="{11254375-EF80-738D-E998-C0B2F39CB8FE}"/>
              </a:ext>
            </a:extLst>
          </p:cNvPr>
          <p:cNvSpPr>
            <a:spLocks noGrp="1"/>
          </p:cNvSpPr>
          <p:nvPr>
            <p:ph sz="half" idx="1"/>
          </p:nvPr>
        </p:nvSpPr>
        <p:spPr>
          <a:xfrm>
            <a:off x="502920" y="1310641"/>
            <a:ext cx="5181600" cy="4378959"/>
          </a:xfrm>
          <a:prstGeom prst="rect">
            <a:avLst/>
          </a:prstGeom>
        </p:spPr>
        <p:txBody>
          <a:bodyPr/>
          <a:lstStyle>
            <a:lvl1pPr>
              <a:defRPr>
                <a:solidFill>
                  <a:srgbClr val="1B1B1B"/>
                </a:solidFill>
              </a:defRPr>
            </a:lvl1pPr>
            <a:lvl2pPr>
              <a:defRPr>
                <a:solidFill>
                  <a:srgbClr val="1B1B1B"/>
                </a:solidFill>
              </a:defRPr>
            </a:lvl2pPr>
            <a:lvl3pPr>
              <a:defRPr>
                <a:solidFill>
                  <a:srgbClr val="1B1B1B"/>
                </a:solidFill>
              </a:defRPr>
            </a:lvl3pPr>
            <a:lvl4pPr>
              <a:defRPr>
                <a:solidFill>
                  <a:srgbClr val="1B1B1B"/>
                </a:solidFill>
              </a:defRPr>
            </a:lvl4pPr>
            <a:lvl5pPr>
              <a:defRPr>
                <a:solidFill>
                  <a:srgbClr val="1B1B1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4. Content Placeholder (2)">
            <a:extLst>
              <a:ext uri="{FF2B5EF4-FFF2-40B4-BE49-F238E27FC236}">
                <a16:creationId xmlns:a16="http://schemas.microsoft.com/office/drawing/2014/main" id="{084CCB2F-26F1-E1B8-5561-263F115EB15F}"/>
              </a:ext>
            </a:extLst>
          </p:cNvPr>
          <p:cNvSpPr>
            <a:spLocks noGrp="1"/>
          </p:cNvSpPr>
          <p:nvPr>
            <p:ph sz="half" idx="2"/>
          </p:nvPr>
        </p:nvSpPr>
        <p:spPr>
          <a:xfrm>
            <a:off x="5836920" y="1310641"/>
            <a:ext cx="5181600" cy="4378959"/>
          </a:xfrm>
          <a:prstGeom prst="rect">
            <a:avLst/>
          </a:prstGeom>
        </p:spPr>
        <p:txBody>
          <a:bodyPr/>
          <a:lstStyle>
            <a:lvl1pPr>
              <a:defRPr>
                <a:solidFill>
                  <a:srgbClr val="1B1B1B"/>
                </a:solidFill>
              </a:defRPr>
            </a:lvl1pPr>
            <a:lvl2pPr>
              <a:defRPr>
                <a:solidFill>
                  <a:srgbClr val="1B1B1B"/>
                </a:solidFill>
              </a:defRPr>
            </a:lvl2pPr>
            <a:lvl3pPr>
              <a:defRPr>
                <a:solidFill>
                  <a:srgbClr val="1B1B1B"/>
                </a:solidFill>
              </a:defRPr>
            </a:lvl3pPr>
            <a:lvl4pPr>
              <a:defRPr>
                <a:solidFill>
                  <a:srgbClr val="1B1B1B"/>
                </a:solidFill>
              </a:defRPr>
            </a:lvl4pPr>
            <a:lvl5pPr>
              <a:defRPr>
                <a:solidFill>
                  <a:srgbClr val="1B1B1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black background with a black square&#10;&#10;Description automatically generated with medium confidence">
            <a:extLst>
              <a:ext uri="{FF2B5EF4-FFF2-40B4-BE49-F238E27FC236}">
                <a16:creationId xmlns:a16="http://schemas.microsoft.com/office/drawing/2014/main" id="{A517CE37-381F-3FD9-96CB-F3D35B32BD50}"/>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Tree>
    <p:extLst>
      <p:ext uri="{BB962C8B-B14F-4D97-AF65-F5344CB8AC3E}">
        <p14:creationId xmlns:p14="http://schemas.microsoft.com/office/powerpoint/2010/main" val="2493022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Two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
        <p:nvSpPr>
          <p:cNvPr id="17" name="3. Content Placeholder (1)">
            <a:extLst>
              <a:ext uri="{FF2B5EF4-FFF2-40B4-BE49-F238E27FC236}">
                <a16:creationId xmlns:a16="http://schemas.microsoft.com/office/drawing/2014/main" id="{11254375-EF80-738D-E998-C0B2F39CB8FE}"/>
              </a:ext>
            </a:extLst>
          </p:cNvPr>
          <p:cNvSpPr>
            <a:spLocks noGrp="1"/>
          </p:cNvSpPr>
          <p:nvPr>
            <p:ph sz="half" idx="1"/>
          </p:nvPr>
        </p:nvSpPr>
        <p:spPr>
          <a:xfrm>
            <a:off x="502920" y="1310641"/>
            <a:ext cx="5181600" cy="4378959"/>
          </a:xfrm>
          <a:prstGeom prst="rect">
            <a:avLst/>
          </a:prstGeom>
        </p:spPr>
        <p:txBody>
          <a:bodyPr/>
          <a:lstStyle>
            <a:lvl1pPr>
              <a:defRPr>
                <a:solidFill>
                  <a:srgbClr val="1B1B1B"/>
                </a:solidFill>
              </a:defRPr>
            </a:lvl1pPr>
            <a:lvl2pPr>
              <a:defRPr>
                <a:solidFill>
                  <a:srgbClr val="1B1B1B"/>
                </a:solidFill>
              </a:defRPr>
            </a:lvl2pPr>
            <a:lvl3pPr>
              <a:defRPr>
                <a:solidFill>
                  <a:srgbClr val="1B1B1B"/>
                </a:solidFill>
              </a:defRPr>
            </a:lvl3pPr>
            <a:lvl4pPr>
              <a:defRPr>
                <a:solidFill>
                  <a:srgbClr val="1B1B1B"/>
                </a:solidFill>
              </a:defRPr>
            </a:lvl4pPr>
            <a:lvl5pPr>
              <a:defRPr>
                <a:solidFill>
                  <a:srgbClr val="1B1B1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4. Content Placeholder (2)">
            <a:extLst>
              <a:ext uri="{FF2B5EF4-FFF2-40B4-BE49-F238E27FC236}">
                <a16:creationId xmlns:a16="http://schemas.microsoft.com/office/drawing/2014/main" id="{084CCB2F-26F1-E1B8-5561-263F115EB15F}"/>
              </a:ext>
            </a:extLst>
          </p:cNvPr>
          <p:cNvSpPr>
            <a:spLocks noGrp="1"/>
          </p:cNvSpPr>
          <p:nvPr>
            <p:ph sz="half" idx="2"/>
          </p:nvPr>
        </p:nvSpPr>
        <p:spPr>
          <a:xfrm>
            <a:off x="5836920" y="1310641"/>
            <a:ext cx="5181600" cy="4378959"/>
          </a:xfrm>
          <a:prstGeom prst="rect">
            <a:avLst/>
          </a:prstGeom>
        </p:spPr>
        <p:txBody>
          <a:bodyPr/>
          <a:lstStyle>
            <a:lvl1pPr>
              <a:defRPr>
                <a:solidFill>
                  <a:srgbClr val="1B1B1B"/>
                </a:solidFill>
              </a:defRPr>
            </a:lvl1pPr>
            <a:lvl2pPr>
              <a:defRPr>
                <a:solidFill>
                  <a:srgbClr val="1B1B1B"/>
                </a:solidFill>
              </a:defRPr>
            </a:lvl2pPr>
            <a:lvl3pPr>
              <a:defRPr>
                <a:solidFill>
                  <a:srgbClr val="1B1B1B"/>
                </a:solidFill>
              </a:defRPr>
            </a:lvl3pPr>
            <a:lvl4pPr>
              <a:defRPr>
                <a:solidFill>
                  <a:srgbClr val="1B1B1B"/>
                </a:solidFill>
              </a:defRPr>
            </a:lvl4pPr>
            <a:lvl5pPr>
              <a:defRPr>
                <a:solidFill>
                  <a:srgbClr val="1B1B1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A black background with a black square&#10;&#10;Description automatically generated with medium confidence">
            <a:extLst>
              <a:ext uri="{FF2B5EF4-FFF2-40B4-BE49-F238E27FC236}">
                <a16:creationId xmlns:a16="http://schemas.microsoft.com/office/drawing/2014/main" id="{25A08B27-4FCD-D887-21E3-71B416AADE5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735021" y="5827395"/>
            <a:ext cx="1954059" cy="487304"/>
          </a:xfrm>
          <a:prstGeom prst="rect">
            <a:avLst/>
          </a:prstGeom>
        </p:spPr>
      </p:pic>
    </p:spTree>
    <p:extLst>
      <p:ext uri="{BB962C8B-B14F-4D97-AF65-F5344CB8AC3E}">
        <p14:creationId xmlns:p14="http://schemas.microsoft.com/office/powerpoint/2010/main" val="3860392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Two Content">
    <p:bg>
      <p:bgPr>
        <a:solidFill>
          <a:srgbClr val="FAFAFA"/>
        </a:solidFill>
        <a:effectLst/>
      </p:bgPr>
    </p:bg>
    <p:spTree>
      <p:nvGrpSpPr>
        <p:cNvPr id="1" name=""/>
        <p:cNvGrpSpPr/>
        <p:nvPr/>
      </p:nvGrpSpPr>
      <p:grpSpPr>
        <a:xfrm>
          <a:off x="0" y="0"/>
          <a:ext cx="0" cy="0"/>
          <a:chOff x="0" y="0"/>
          <a:chExt cx="0" cy="0"/>
        </a:xfrm>
      </p:grpSpPr>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
        <p:nvSpPr>
          <p:cNvPr id="3" name="3. Content Placeholder (1)">
            <a:extLst>
              <a:ext uri="{FF2B5EF4-FFF2-40B4-BE49-F238E27FC236}">
                <a16:creationId xmlns:a16="http://schemas.microsoft.com/office/drawing/2014/main" id="{A162B99D-4A4D-B778-5FD2-9F4A22B0B3AA}"/>
              </a:ext>
            </a:extLst>
          </p:cNvPr>
          <p:cNvSpPr>
            <a:spLocks noGrp="1"/>
          </p:cNvSpPr>
          <p:nvPr>
            <p:ph sz="half" idx="14"/>
          </p:nvPr>
        </p:nvSpPr>
        <p:spPr>
          <a:xfrm>
            <a:off x="968019" y="1636464"/>
            <a:ext cx="2520000" cy="2520000"/>
          </a:xfrm>
          <a:prstGeom prst="rect">
            <a:avLst/>
          </a:prstGeom>
        </p:spPr>
        <p:txBody>
          <a:bodyPr>
            <a:normAutofit/>
          </a:bodyPr>
          <a:lstStyle>
            <a:lvl1pPr>
              <a:defRPr sz="1600">
                <a:solidFill>
                  <a:srgbClr val="1B1B1B"/>
                </a:solidFill>
              </a:defRPr>
            </a:lvl1pPr>
          </a:lstStyle>
          <a:p>
            <a:pPr lvl="0"/>
            <a:r>
              <a:rPr lang="en-US"/>
              <a:t>Click to edit Master text styles</a:t>
            </a:r>
          </a:p>
        </p:txBody>
      </p:sp>
      <p:sp>
        <p:nvSpPr>
          <p:cNvPr id="15" name="4. Text Box Placeholder (1)">
            <a:extLst>
              <a:ext uri="{FF2B5EF4-FFF2-40B4-BE49-F238E27FC236}">
                <a16:creationId xmlns:a16="http://schemas.microsoft.com/office/drawing/2014/main" id="{6D6CB8B4-9C8E-A2FA-558C-30A5D0827004}"/>
              </a:ext>
            </a:extLst>
          </p:cNvPr>
          <p:cNvSpPr>
            <a:spLocks noGrp="1"/>
          </p:cNvSpPr>
          <p:nvPr>
            <p:ph type="body" sz="quarter" idx="20" hasCustomPrompt="1"/>
          </p:nvPr>
        </p:nvSpPr>
        <p:spPr>
          <a:xfrm>
            <a:off x="967069" y="4351119"/>
            <a:ext cx="2520950" cy="1014413"/>
          </a:xfrm>
        </p:spPr>
        <p:txBody>
          <a:bodyPr>
            <a:noAutofit/>
          </a:bodyPr>
          <a:lstStyle>
            <a:lvl1pPr>
              <a:lnSpc>
                <a:spcPct val="100000"/>
              </a:lnSpc>
              <a:defRPr sz="1400">
                <a:solidFill>
                  <a:srgbClr val="1B1B1B"/>
                </a:solidFill>
              </a:defRPr>
            </a:lvl1pPr>
          </a:lstStyle>
          <a:p>
            <a:r>
              <a:rPr lang="en-GB" dirty="0"/>
              <a:t>Insert sub copy here.</a:t>
            </a:r>
          </a:p>
        </p:txBody>
      </p:sp>
      <p:sp>
        <p:nvSpPr>
          <p:cNvPr id="4" name="5. Content Placeholder (2)">
            <a:extLst>
              <a:ext uri="{FF2B5EF4-FFF2-40B4-BE49-F238E27FC236}">
                <a16:creationId xmlns:a16="http://schemas.microsoft.com/office/drawing/2014/main" id="{A2B13861-080E-609A-01A7-5EDC25A0B0FF}"/>
              </a:ext>
            </a:extLst>
          </p:cNvPr>
          <p:cNvSpPr>
            <a:spLocks noGrp="1"/>
          </p:cNvSpPr>
          <p:nvPr>
            <p:ph sz="half" idx="15"/>
          </p:nvPr>
        </p:nvSpPr>
        <p:spPr>
          <a:xfrm>
            <a:off x="4836000" y="1637090"/>
            <a:ext cx="2520000" cy="2520000"/>
          </a:xfrm>
          <a:prstGeom prst="rect">
            <a:avLst/>
          </a:prstGeom>
        </p:spPr>
        <p:txBody>
          <a:bodyPr>
            <a:normAutofit/>
          </a:bodyPr>
          <a:lstStyle>
            <a:lvl1pPr>
              <a:defRPr sz="1600">
                <a:solidFill>
                  <a:srgbClr val="1B1B1B"/>
                </a:solidFill>
              </a:defRPr>
            </a:lvl1pPr>
          </a:lstStyle>
          <a:p>
            <a:pPr lvl="0"/>
            <a:r>
              <a:rPr lang="en-US"/>
              <a:t>Click to edit Master text styles</a:t>
            </a:r>
          </a:p>
        </p:txBody>
      </p:sp>
      <p:sp>
        <p:nvSpPr>
          <p:cNvPr id="13" name="6. Text Box Placeholder (2)">
            <a:extLst>
              <a:ext uri="{FF2B5EF4-FFF2-40B4-BE49-F238E27FC236}">
                <a16:creationId xmlns:a16="http://schemas.microsoft.com/office/drawing/2014/main" id="{005774E2-5CA0-1157-5F43-7B5C9996EFC0}"/>
              </a:ext>
            </a:extLst>
          </p:cNvPr>
          <p:cNvSpPr>
            <a:spLocks noGrp="1"/>
          </p:cNvSpPr>
          <p:nvPr>
            <p:ph type="body" sz="quarter" idx="19" hasCustomPrompt="1"/>
          </p:nvPr>
        </p:nvSpPr>
        <p:spPr>
          <a:xfrm>
            <a:off x="4835525" y="4351119"/>
            <a:ext cx="2520950" cy="1014413"/>
          </a:xfrm>
        </p:spPr>
        <p:txBody>
          <a:bodyPr>
            <a:noAutofit/>
          </a:bodyPr>
          <a:lstStyle>
            <a:lvl1pPr>
              <a:lnSpc>
                <a:spcPct val="100000"/>
              </a:lnSpc>
              <a:defRPr sz="1400">
                <a:solidFill>
                  <a:srgbClr val="1B1B1B"/>
                </a:solidFill>
              </a:defRPr>
            </a:lvl1pPr>
          </a:lstStyle>
          <a:p>
            <a:r>
              <a:rPr lang="en-GB" dirty="0"/>
              <a:t>Insert sub copy here.</a:t>
            </a:r>
          </a:p>
        </p:txBody>
      </p:sp>
      <p:sp>
        <p:nvSpPr>
          <p:cNvPr id="9" name="7. Content Placeholder (3)">
            <a:extLst>
              <a:ext uri="{FF2B5EF4-FFF2-40B4-BE49-F238E27FC236}">
                <a16:creationId xmlns:a16="http://schemas.microsoft.com/office/drawing/2014/main" id="{5565E762-8883-AB43-D811-12B759024A9D}"/>
              </a:ext>
            </a:extLst>
          </p:cNvPr>
          <p:cNvSpPr>
            <a:spLocks noGrp="1"/>
          </p:cNvSpPr>
          <p:nvPr>
            <p:ph sz="half" idx="16"/>
          </p:nvPr>
        </p:nvSpPr>
        <p:spPr>
          <a:xfrm>
            <a:off x="8714257" y="1637090"/>
            <a:ext cx="2520000" cy="2520000"/>
          </a:xfrm>
          <a:prstGeom prst="rect">
            <a:avLst/>
          </a:prstGeom>
        </p:spPr>
        <p:txBody>
          <a:bodyPr>
            <a:normAutofit/>
          </a:bodyPr>
          <a:lstStyle>
            <a:lvl1pPr>
              <a:defRPr sz="1600">
                <a:solidFill>
                  <a:srgbClr val="1B1B1B"/>
                </a:solidFill>
              </a:defRPr>
            </a:lvl1pPr>
          </a:lstStyle>
          <a:p>
            <a:pPr lvl="0"/>
            <a:r>
              <a:rPr lang="en-US"/>
              <a:t>Click to edit Master text styles</a:t>
            </a:r>
          </a:p>
        </p:txBody>
      </p:sp>
      <p:sp>
        <p:nvSpPr>
          <p:cNvPr id="16" name="8. Text Box Placeholder (3)">
            <a:extLst>
              <a:ext uri="{FF2B5EF4-FFF2-40B4-BE49-F238E27FC236}">
                <a16:creationId xmlns:a16="http://schemas.microsoft.com/office/drawing/2014/main" id="{D584B818-73B8-22FE-5635-36F576CEABCF}"/>
              </a:ext>
            </a:extLst>
          </p:cNvPr>
          <p:cNvSpPr>
            <a:spLocks noGrp="1"/>
          </p:cNvSpPr>
          <p:nvPr>
            <p:ph type="body" sz="quarter" idx="21" hasCustomPrompt="1"/>
          </p:nvPr>
        </p:nvSpPr>
        <p:spPr>
          <a:xfrm>
            <a:off x="8713782" y="4400389"/>
            <a:ext cx="2520475" cy="981075"/>
          </a:xfrm>
        </p:spPr>
        <p:txBody>
          <a:bodyPr>
            <a:noAutofit/>
          </a:bodyPr>
          <a:lstStyle>
            <a:lvl1pPr marL="0" indent="0">
              <a:lnSpc>
                <a:spcPct val="100000"/>
              </a:lnSpc>
              <a:buNone/>
              <a:defRPr sz="1400">
                <a:solidFill>
                  <a:srgbClr val="1B1B1B"/>
                </a:solidFill>
              </a:defRPr>
            </a:lvl1pPr>
          </a:lstStyle>
          <a:p>
            <a:r>
              <a:rPr lang="en-GB" dirty="0"/>
              <a:t>Insert sub copy here.</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36AC4827-D56E-785B-690B-73B8B175B65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Tree>
    <p:extLst>
      <p:ext uri="{BB962C8B-B14F-4D97-AF65-F5344CB8AC3E}">
        <p14:creationId xmlns:p14="http://schemas.microsoft.com/office/powerpoint/2010/main" val="20754117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Light Divider Slide - 3">
    <p:bg>
      <p:bgPr>
        <a:solidFill>
          <a:srgbClr val="F6F6F6"/>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B9A254AA-18E4-9DAC-4282-5464EB9B859F}"/>
              </a:ext>
            </a:extLst>
          </p:cNvPr>
          <p:cNvSpPr>
            <a:spLocks noGrp="1"/>
          </p:cNvSpPr>
          <p:nvPr>
            <p:ph type="pic" sz="quarter" idx="12"/>
          </p:nvPr>
        </p:nvSpPr>
        <p:spPr>
          <a:xfrm>
            <a:off x="-11151" y="0"/>
            <a:ext cx="5827131" cy="6858000"/>
          </a:xfrm>
          <a:custGeom>
            <a:avLst/>
            <a:gdLst>
              <a:gd name="connsiteX0" fmla="*/ 11151 w 5827131"/>
              <a:gd name="connsiteY0" fmla="*/ 0 h 6858000"/>
              <a:gd name="connsiteX1" fmla="*/ 28558 w 5827131"/>
              <a:gd name="connsiteY1" fmla="*/ 0 h 6858000"/>
              <a:gd name="connsiteX2" fmla="*/ 5080039 w 5827131"/>
              <a:gd name="connsiteY2" fmla="*/ 0 h 6858000"/>
              <a:gd name="connsiteX3" fmla="*/ 5792826 w 5827131"/>
              <a:gd name="connsiteY3" fmla="*/ 0 h 6858000"/>
              <a:gd name="connsiteX4" fmla="*/ 5157788 w 5827131"/>
              <a:gd name="connsiteY4" fmla="*/ 3796113 h 6858000"/>
              <a:gd name="connsiteX5" fmla="*/ 5827131 w 5827131"/>
              <a:gd name="connsiteY5" fmla="*/ 6858000 h 6858000"/>
              <a:gd name="connsiteX6" fmla="*/ 5080039 w 5827131"/>
              <a:gd name="connsiteY6" fmla="*/ 6858000 h 6858000"/>
              <a:gd name="connsiteX7" fmla="*/ 1779734 w 5827131"/>
              <a:gd name="connsiteY7" fmla="*/ 6858000 h 6858000"/>
              <a:gd name="connsiteX8" fmla="*/ 11151 w 5827131"/>
              <a:gd name="connsiteY8" fmla="*/ 6858000 h 6858000"/>
              <a:gd name="connsiteX9" fmla="*/ 11151 w 5827131"/>
              <a:gd name="connsiteY9" fmla="*/ 6853666 h 6858000"/>
              <a:gd name="connsiteX10" fmla="*/ 0 w 5827131"/>
              <a:gd name="connsiteY10" fmla="*/ 6853638 h 6858000"/>
              <a:gd name="connsiteX11" fmla="*/ 11151 w 5827131"/>
              <a:gd name="connsiteY11" fmla="*/ 41775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27131" h="6858000">
                <a:moveTo>
                  <a:pt x="11151" y="0"/>
                </a:moveTo>
                <a:lnTo>
                  <a:pt x="28558" y="0"/>
                </a:lnTo>
                <a:lnTo>
                  <a:pt x="5080039" y="0"/>
                </a:lnTo>
                <a:lnTo>
                  <a:pt x="5792826" y="0"/>
                </a:lnTo>
                <a:lnTo>
                  <a:pt x="5157788" y="3796113"/>
                </a:lnTo>
                <a:lnTo>
                  <a:pt x="5827131" y="6858000"/>
                </a:lnTo>
                <a:lnTo>
                  <a:pt x="5080039" y="6858000"/>
                </a:lnTo>
                <a:lnTo>
                  <a:pt x="1779734" y="6858000"/>
                </a:lnTo>
                <a:lnTo>
                  <a:pt x="11151" y="6858000"/>
                </a:lnTo>
                <a:lnTo>
                  <a:pt x="11151" y="6853666"/>
                </a:lnTo>
                <a:lnTo>
                  <a:pt x="0" y="6853638"/>
                </a:lnTo>
                <a:lnTo>
                  <a:pt x="11151" y="4177508"/>
                </a:lnTo>
                <a:close/>
              </a:path>
            </a:pathLst>
          </a:custGeom>
        </p:spPr>
        <p:txBody>
          <a:bodyPr wrap="square">
            <a:noAutofit/>
          </a:bodyPr>
          <a:lstStyle/>
          <a:p>
            <a:r>
              <a:rPr lang="en-US"/>
              <a:t>Click icon to add picture</a:t>
            </a: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68B87D74-DF91-5D9B-2ADA-143B3D15D390}"/>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6407652" y="5827395"/>
            <a:ext cx="1954059" cy="487304"/>
          </a:xfrm>
          <a:prstGeom prst="rect">
            <a:avLst/>
          </a:prstGeom>
        </p:spPr>
      </p:pic>
      <p:sp>
        <p:nvSpPr>
          <p:cNvPr id="6" name="2. Subtitle Placeholder">
            <a:extLst>
              <a:ext uri="{FF2B5EF4-FFF2-40B4-BE49-F238E27FC236}">
                <a16:creationId xmlns:a16="http://schemas.microsoft.com/office/drawing/2014/main" id="{47DD63DB-696E-1F57-4651-369A131C6B24}"/>
              </a:ext>
            </a:extLst>
          </p:cNvPr>
          <p:cNvSpPr>
            <a:spLocks noGrp="1"/>
          </p:cNvSpPr>
          <p:nvPr>
            <p:ph type="subTitle" idx="1" hasCustomPrompt="1"/>
          </p:nvPr>
        </p:nvSpPr>
        <p:spPr>
          <a:xfrm>
            <a:off x="6096000" y="1569436"/>
            <a:ext cx="5518130" cy="3872223"/>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
        <p:nvSpPr>
          <p:cNvPr id="7" name="2. Title Placeholder">
            <a:extLst>
              <a:ext uri="{FF2B5EF4-FFF2-40B4-BE49-F238E27FC236}">
                <a16:creationId xmlns:a16="http://schemas.microsoft.com/office/drawing/2014/main" id="{A4CA4673-AD06-EB19-133A-E588BE05FE8E}"/>
              </a:ext>
            </a:extLst>
          </p:cNvPr>
          <p:cNvSpPr>
            <a:spLocks noGrp="1"/>
          </p:cNvSpPr>
          <p:nvPr>
            <p:ph type="title" hasCustomPrompt="1"/>
          </p:nvPr>
        </p:nvSpPr>
        <p:spPr>
          <a:xfrm>
            <a:off x="6096000" y="543301"/>
            <a:ext cx="5518130" cy="534529"/>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Tree>
    <p:extLst>
      <p:ext uri="{BB962C8B-B14F-4D97-AF65-F5344CB8AC3E}">
        <p14:creationId xmlns:p14="http://schemas.microsoft.com/office/powerpoint/2010/main" val="2163976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Light Divider Slide - 2">
    <p:bg>
      <p:bgPr>
        <a:solidFill>
          <a:srgbClr val="FAFAFA"/>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89D52B5-AEBA-52C6-1468-CF5F3A19510F}"/>
              </a:ext>
            </a:extLst>
          </p:cNvPr>
          <p:cNvSpPr>
            <a:spLocks noGrp="1"/>
          </p:cNvSpPr>
          <p:nvPr>
            <p:ph type="pic" sz="quarter" idx="12"/>
          </p:nvPr>
        </p:nvSpPr>
        <p:spPr>
          <a:xfrm>
            <a:off x="6369051" y="0"/>
            <a:ext cx="5822949" cy="6858000"/>
          </a:xfrm>
          <a:custGeom>
            <a:avLst/>
            <a:gdLst>
              <a:gd name="connsiteX0" fmla="*/ 0 w 5822949"/>
              <a:gd name="connsiteY0" fmla="*/ 0 h 6858000"/>
              <a:gd name="connsiteX1" fmla="*/ 5822949 w 5822949"/>
              <a:gd name="connsiteY1" fmla="*/ 0 h 6858000"/>
              <a:gd name="connsiteX2" fmla="*/ 5822949 w 5822949"/>
              <a:gd name="connsiteY2" fmla="*/ 6858000 h 6858000"/>
              <a:gd name="connsiteX3" fmla="*/ 22923 w 5822949"/>
              <a:gd name="connsiteY3" fmla="*/ 6858000 h 6858000"/>
              <a:gd name="connsiteX4" fmla="*/ 539749 w 5822949"/>
              <a:gd name="connsiteY4" fmla="*/ 2540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949" h="6858000">
                <a:moveTo>
                  <a:pt x="0" y="0"/>
                </a:moveTo>
                <a:lnTo>
                  <a:pt x="5822949" y="0"/>
                </a:lnTo>
                <a:lnTo>
                  <a:pt x="5822949" y="6858000"/>
                </a:lnTo>
                <a:lnTo>
                  <a:pt x="22923" y="6858000"/>
                </a:lnTo>
                <a:lnTo>
                  <a:pt x="539749" y="2540000"/>
                </a:lnTo>
                <a:close/>
              </a:path>
            </a:pathLst>
          </a:custGeom>
        </p:spPr>
        <p:txBody>
          <a:bodyPr wrap="square">
            <a:noAutofit/>
          </a:bodyPr>
          <a:lstStyle/>
          <a:p>
            <a:r>
              <a:rPr lang="en-US"/>
              <a:t>Click icon to add picture</a:t>
            </a:r>
            <a:endParaRPr lang="en-US" dirty="0"/>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9C3E2A1D-39AA-138E-44FD-FE23A72C4C3E}"/>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
        <p:nvSpPr>
          <p:cNvPr id="4" name="2. Subtitle Placeholder">
            <a:extLst>
              <a:ext uri="{FF2B5EF4-FFF2-40B4-BE49-F238E27FC236}">
                <a16:creationId xmlns:a16="http://schemas.microsoft.com/office/drawing/2014/main" id="{C21A126F-4ECE-2EEA-33D2-07789BCE748F}"/>
              </a:ext>
            </a:extLst>
          </p:cNvPr>
          <p:cNvSpPr>
            <a:spLocks noGrp="1"/>
          </p:cNvSpPr>
          <p:nvPr>
            <p:ph type="subTitle" idx="1" hasCustomPrompt="1"/>
          </p:nvPr>
        </p:nvSpPr>
        <p:spPr>
          <a:xfrm>
            <a:off x="502920" y="1463565"/>
            <a:ext cx="5518130" cy="3872223"/>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
        <p:nvSpPr>
          <p:cNvPr id="5" name="2. Title Placeholder">
            <a:extLst>
              <a:ext uri="{FF2B5EF4-FFF2-40B4-BE49-F238E27FC236}">
                <a16:creationId xmlns:a16="http://schemas.microsoft.com/office/drawing/2014/main" id="{1DAC948A-6C66-F264-73D7-E98B9486DF5D}"/>
              </a:ext>
            </a:extLst>
          </p:cNvPr>
          <p:cNvSpPr>
            <a:spLocks noGrp="1"/>
          </p:cNvSpPr>
          <p:nvPr>
            <p:ph type="title" hasCustomPrompt="1"/>
          </p:nvPr>
        </p:nvSpPr>
        <p:spPr>
          <a:xfrm>
            <a:off x="502920" y="437430"/>
            <a:ext cx="5518130" cy="534529"/>
          </a:xfrm>
          <a:prstGeom prst="rect">
            <a:avLst/>
          </a:prstGeom>
        </p:spPr>
        <p:txBody>
          <a:bodyPr vert="horz" lIns="91440" tIns="45720" rIns="91440" bIns="45720" rtlCol="0" anchor="ctr">
            <a:noAutofit/>
          </a:bodyPr>
          <a:lstStyle>
            <a:lvl1pPr>
              <a:defRPr>
                <a:solidFill>
                  <a:srgbClr val="1B1B1B"/>
                </a:solidFill>
              </a:defRPr>
            </a:lvl1pPr>
          </a:lstStyle>
          <a:p>
            <a:r>
              <a:rPr lang="en-GB" dirty="0"/>
              <a:t>Insert headline here.</a:t>
            </a:r>
            <a:endParaRPr lang="en-US" dirty="0"/>
          </a:p>
        </p:txBody>
      </p:sp>
    </p:spTree>
    <p:extLst>
      <p:ext uri="{BB962C8B-B14F-4D97-AF65-F5344CB8AC3E}">
        <p14:creationId xmlns:p14="http://schemas.microsoft.com/office/powerpoint/2010/main" val="4032362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ight Divider Slide - 1">
    <p:bg>
      <p:bgPr>
        <a:solidFill>
          <a:srgbClr val="FAFAFA"/>
        </a:solidFill>
        <a:effectLst/>
      </p:bgPr>
    </p:bg>
    <p:spTree>
      <p:nvGrpSpPr>
        <p:cNvPr id="1" name=""/>
        <p:cNvGrpSpPr/>
        <p:nvPr/>
      </p:nvGrpSpPr>
      <p:grpSpPr>
        <a:xfrm>
          <a:off x="0" y="0"/>
          <a:ext cx="0" cy="0"/>
          <a:chOff x="0" y="0"/>
          <a:chExt cx="0" cy="0"/>
        </a:xfrm>
      </p:grpSpPr>
      <p:sp>
        <p:nvSpPr>
          <p:cNvPr id="2" name="1. Title Placeholder">
            <a:extLst>
              <a:ext uri="{FF2B5EF4-FFF2-40B4-BE49-F238E27FC236}">
                <a16:creationId xmlns:a16="http://schemas.microsoft.com/office/drawing/2014/main" id="{4D8642A1-7E6D-B42F-7749-8DC80C6DEDA2}"/>
              </a:ext>
            </a:extLst>
          </p:cNvPr>
          <p:cNvSpPr>
            <a:spLocks noGrp="1"/>
          </p:cNvSpPr>
          <p:nvPr>
            <p:ph type="ctrTitle" hasCustomPrompt="1"/>
          </p:nvPr>
        </p:nvSpPr>
        <p:spPr>
          <a:xfrm>
            <a:off x="406400" y="754224"/>
            <a:ext cx="6520180" cy="976045"/>
          </a:xfrm>
          <a:prstGeom prst="rect">
            <a:avLst/>
          </a:prstGeom>
        </p:spPr>
        <p:txBody>
          <a:bodyPr anchor="b"/>
          <a:lstStyle>
            <a:lvl1pPr algn="l">
              <a:lnSpc>
                <a:spcPts val="5400"/>
              </a:lnSpc>
              <a:defRPr sz="6000">
                <a:solidFill>
                  <a:srgbClr val="1B1B1B"/>
                </a:solidFill>
              </a:defRPr>
            </a:lvl1pPr>
          </a:lstStyle>
          <a:p>
            <a:r>
              <a:rPr lang="en-GB" dirty="0"/>
              <a:t>Insert headline here.</a:t>
            </a:r>
            <a:endParaRPr lang="en-US" dirty="0"/>
          </a:p>
        </p:txBody>
      </p:sp>
      <p:sp>
        <p:nvSpPr>
          <p:cNvPr id="4" name="2. Subtitle Placeholder">
            <a:extLst>
              <a:ext uri="{FF2B5EF4-FFF2-40B4-BE49-F238E27FC236}">
                <a16:creationId xmlns:a16="http://schemas.microsoft.com/office/drawing/2014/main" id="{798414E1-64D1-96D6-D06F-F94F3202CC59}"/>
              </a:ext>
            </a:extLst>
          </p:cNvPr>
          <p:cNvSpPr>
            <a:spLocks noGrp="1"/>
          </p:cNvSpPr>
          <p:nvPr>
            <p:ph type="subTitle" idx="1" hasCustomPrompt="1"/>
          </p:nvPr>
        </p:nvSpPr>
        <p:spPr>
          <a:xfrm>
            <a:off x="406400" y="2059593"/>
            <a:ext cx="6353996" cy="1369407"/>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3852863"/>
            <a:ext cx="12192000" cy="3005137"/>
          </a:xfrm>
        </p:spPr>
        <p:txBody>
          <a:bodyPr/>
          <a:lstStyle>
            <a:lvl1pPr>
              <a:defRPr>
                <a:solidFill>
                  <a:srgbClr val="1B1B1B"/>
                </a:solidFill>
              </a:defRPr>
            </a:lvl1pPr>
          </a:lstStyle>
          <a:p>
            <a:r>
              <a:rPr lang="en-US"/>
              <a:t>Click icon to add picture</a:t>
            </a:r>
            <a:endParaRPr lang="en-US" dirty="0"/>
          </a:p>
        </p:txBody>
      </p:sp>
      <p:pic>
        <p:nvPicPr>
          <p:cNvPr id="6" name="Picture 5" descr="A black background with a black square&#10;&#10;Description automatically generated with medium confidence">
            <a:extLst>
              <a:ext uri="{FF2B5EF4-FFF2-40B4-BE49-F238E27FC236}">
                <a16:creationId xmlns:a16="http://schemas.microsoft.com/office/drawing/2014/main" id="{9E76A172-0120-5491-60E8-988074C1EB70}"/>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735021" y="754942"/>
            <a:ext cx="1954059" cy="487304"/>
          </a:xfrm>
          <a:prstGeom prst="rect">
            <a:avLst/>
          </a:prstGeom>
        </p:spPr>
      </p:pic>
    </p:spTree>
    <p:extLst>
      <p:ext uri="{BB962C8B-B14F-4D97-AF65-F5344CB8AC3E}">
        <p14:creationId xmlns:p14="http://schemas.microsoft.com/office/powerpoint/2010/main" val="424267125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ight Divider Slide - 2">
    <p:bg>
      <p:bgPr>
        <a:solidFill>
          <a:srgbClr val="FAFAFA"/>
        </a:solidFill>
        <a:effectLst/>
      </p:bgPr>
    </p:bg>
    <p:spTree>
      <p:nvGrpSpPr>
        <p:cNvPr id="1" name=""/>
        <p:cNvGrpSpPr/>
        <p:nvPr/>
      </p:nvGrpSpPr>
      <p:grpSpPr>
        <a:xfrm>
          <a:off x="0" y="0"/>
          <a:ext cx="0" cy="0"/>
          <a:chOff x="0" y="0"/>
          <a:chExt cx="0" cy="0"/>
        </a:xfrm>
      </p:grpSpPr>
      <p:sp>
        <p:nvSpPr>
          <p:cNvPr id="6" name="1. Title Placeholder">
            <a:extLst>
              <a:ext uri="{FF2B5EF4-FFF2-40B4-BE49-F238E27FC236}">
                <a16:creationId xmlns:a16="http://schemas.microsoft.com/office/drawing/2014/main" id="{DC759DBE-3BA0-9E84-5596-2AD69AA128D4}"/>
              </a:ext>
            </a:extLst>
          </p:cNvPr>
          <p:cNvSpPr>
            <a:spLocks noGrp="1"/>
          </p:cNvSpPr>
          <p:nvPr>
            <p:ph type="ctrTitle" hasCustomPrompt="1"/>
          </p:nvPr>
        </p:nvSpPr>
        <p:spPr>
          <a:xfrm>
            <a:off x="406400" y="1603450"/>
            <a:ext cx="5377951" cy="1680537"/>
          </a:xfrm>
          <a:prstGeom prst="rect">
            <a:avLst/>
          </a:prstGeom>
        </p:spPr>
        <p:txBody>
          <a:bodyPr anchor="b"/>
          <a:lstStyle>
            <a:lvl1pPr algn="l">
              <a:lnSpc>
                <a:spcPts val="5400"/>
              </a:lnSpc>
              <a:defRPr sz="6000">
                <a:solidFill>
                  <a:srgbClr val="1B1B1B"/>
                </a:solidFill>
              </a:defRPr>
            </a:lvl1pPr>
          </a:lstStyle>
          <a:p>
            <a:r>
              <a:rPr lang="en-GB" dirty="0"/>
              <a:t>Insert </a:t>
            </a:r>
            <a:br>
              <a:rPr lang="en-GB" dirty="0"/>
            </a:br>
            <a:r>
              <a:rPr lang="en-GB" dirty="0"/>
              <a:t>headline here.</a:t>
            </a:r>
            <a:endParaRPr lang="en-US" dirty="0"/>
          </a:p>
        </p:txBody>
      </p:sp>
      <p:sp>
        <p:nvSpPr>
          <p:cNvPr id="7" name="2. Subtitle Placeholder">
            <a:extLst>
              <a:ext uri="{FF2B5EF4-FFF2-40B4-BE49-F238E27FC236}">
                <a16:creationId xmlns:a16="http://schemas.microsoft.com/office/drawing/2014/main" id="{02A192BC-C9DB-F0AB-B1DE-03D15E5A8739}"/>
              </a:ext>
            </a:extLst>
          </p:cNvPr>
          <p:cNvSpPr>
            <a:spLocks noGrp="1"/>
          </p:cNvSpPr>
          <p:nvPr>
            <p:ph type="subTitle" idx="1" hasCustomPrompt="1"/>
          </p:nvPr>
        </p:nvSpPr>
        <p:spPr>
          <a:xfrm>
            <a:off x="406400" y="3707702"/>
            <a:ext cx="5377951"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6407650" y="1"/>
            <a:ext cx="5784349" cy="6858000"/>
          </a:xfrm>
        </p:spPr>
        <p:txBody>
          <a:bodyPr/>
          <a:lstStyle>
            <a:lvl1pPr>
              <a:defRPr>
                <a:solidFill>
                  <a:srgbClr val="1B1B1B"/>
                </a:solidFill>
              </a:defRPr>
            </a:lvl1pPr>
          </a:lstStyle>
          <a:p>
            <a:r>
              <a:rPr lang="en-US"/>
              <a:t>Click icon to add picture</a:t>
            </a:r>
          </a:p>
        </p:txBody>
      </p:sp>
      <p:pic>
        <p:nvPicPr>
          <p:cNvPr id="2" name="Picture 1" descr="A black background with a black square&#10;&#10;Description automatically generated with medium confidence">
            <a:extLst>
              <a:ext uri="{FF2B5EF4-FFF2-40B4-BE49-F238E27FC236}">
                <a16:creationId xmlns:a16="http://schemas.microsoft.com/office/drawing/2014/main" id="{1C28641C-5551-16DE-84DF-E1489E73B09D}"/>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6400" y="5827395"/>
            <a:ext cx="1954059" cy="487304"/>
          </a:xfrm>
          <a:prstGeom prst="rect">
            <a:avLst/>
          </a:prstGeom>
        </p:spPr>
      </p:pic>
    </p:spTree>
    <p:extLst>
      <p:ext uri="{BB962C8B-B14F-4D97-AF65-F5344CB8AC3E}">
        <p14:creationId xmlns:p14="http://schemas.microsoft.com/office/powerpoint/2010/main" val="2112514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ight Divider Slide - 3">
    <p:bg>
      <p:bgPr>
        <a:solidFill>
          <a:srgbClr val="FAFAFA"/>
        </a:solidFill>
        <a:effectLst/>
      </p:bgPr>
    </p:bg>
    <p:spTree>
      <p:nvGrpSpPr>
        <p:cNvPr id="1" name=""/>
        <p:cNvGrpSpPr/>
        <p:nvPr/>
      </p:nvGrpSpPr>
      <p:grpSpPr>
        <a:xfrm>
          <a:off x="0" y="0"/>
          <a:ext cx="0" cy="0"/>
          <a:chOff x="0" y="0"/>
          <a:chExt cx="0" cy="0"/>
        </a:xfrm>
      </p:grpSpPr>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6407653" y="1603450"/>
            <a:ext cx="5377951" cy="1680537"/>
          </a:xfrm>
          <a:prstGeom prst="rect">
            <a:avLst/>
          </a:prstGeom>
        </p:spPr>
        <p:txBody>
          <a:bodyPr anchor="b"/>
          <a:lstStyle>
            <a:lvl1pPr algn="l">
              <a:lnSpc>
                <a:spcPts val="5400"/>
              </a:lnSpc>
              <a:defRPr sz="6000">
                <a:solidFill>
                  <a:srgbClr val="1B1B1B"/>
                </a:solidFill>
              </a:defRPr>
            </a:lvl1pPr>
          </a:lstStyle>
          <a:p>
            <a:r>
              <a:rPr lang="en-GB" dirty="0"/>
              <a:t>Insert </a:t>
            </a:r>
            <a:br>
              <a:rPr lang="en-GB" dirty="0"/>
            </a:br>
            <a:r>
              <a:rPr lang="en-GB" dirty="0"/>
              <a:t>title here.</a:t>
            </a:r>
            <a:endParaRPr lang="en-US" dirty="0"/>
          </a:p>
        </p:txBody>
      </p:sp>
      <p:sp>
        <p:nvSpPr>
          <p:cNvPr id="8" name="2. Subtitle Placeholder">
            <a:extLst>
              <a:ext uri="{FF2B5EF4-FFF2-40B4-BE49-F238E27FC236}">
                <a16:creationId xmlns:a16="http://schemas.microsoft.com/office/drawing/2014/main" id="{F1BF5AB1-F146-83EF-D63E-DD9EA52569A8}"/>
              </a:ext>
            </a:extLst>
          </p:cNvPr>
          <p:cNvSpPr>
            <a:spLocks noGrp="1"/>
          </p:cNvSpPr>
          <p:nvPr>
            <p:ph type="subTitle" idx="1" hasCustomPrompt="1"/>
          </p:nvPr>
        </p:nvSpPr>
        <p:spPr>
          <a:xfrm>
            <a:off x="6407653" y="3707702"/>
            <a:ext cx="5377951" cy="1655762"/>
          </a:xfrm>
          <a:prstGeom prst="rect">
            <a:avLst/>
          </a:prstGeom>
        </p:spPr>
        <p:txBody>
          <a:bodyPr>
            <a:normAutofit/>
          </a:bodyPr>
          <a:lstStyle>
            <a:lvl1pPr marL="0" indent="0" algn="l">
              <a:lnSpc>
                <a:spcPct val="100000"/>
              </a:lnSpc>
              <a:spcBef>
                <a:spcPts val="0"/>
              </a:spcBef>
              <a:buNone/>
              <a:defRPr sz="2000">
                <a:solidFill>
                  <a:srgbClr val="1B1B1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1"/>
            <a:ext cx="5784349" cy="6858000"/>
          </a:xfrm>
        </p:spPr>
        <p:txBody>
          <a:bodyPr/>
          <a:lstStyle>
            <a:lvl1pPr>
              <a:defRPr>
                <a:solidFill>
                  <a:srgbClr val="1B1B1B"/>
                </a:solidFill>
              </a:defRPr>
            </a:lvl1pPr>
          </a:lstStyle>
          <a:p>
            <a:r>
              <a:rPr lang="en-US"/>
              <a:t>Click icon to add picture</a:t>
            </a:r>
            <a:endParaRPr lang="en-US"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F6280A6D-54DF-5817-E29B-8DF1551D1CD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6407652" y="5827395"/>
            <a:ext cx="1954059" cy="487304"/>
          </a:xfrm>
          <a:prstGeom prst="rect">
            <a:avLst/>
          </a:prstGeom>
        </p:spPr>
      </p:pic>
    </p:spTree>
    <p:extLst>
      <p:ext uri="{BB962C8B-B14F-4D97-AF65-F5344CB8AC3E}">
        <p14:creationId xmlns:p14="http://schemas.microsoft.com/office/powerpoint/2010/main" val="2747824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ark Divider Slide - 3">
    <p:bg>
      <p:bgPr>
        <a:solidFill>
          <a:srgbClr val="1B1B1B"/>
        </a:solidFill>
        <a:effectLst/>
      </p:bgPr>
    </p:bg>
    <p:spTree>
      <p:nvGrpSpPr>
        <p:cNvPr id="1" name=""/>
        <p:cNvGrpSpPr/>
        <p:nvPr/>
      </p:nvGrpSpPr>
      <p:grpSpPr>
        <a:xfrm>
          <a:off x="0" y="0"/>
          <a:ext cx="0" cy="0"/>
          <a:chOff x="0" y="0"/>
          <a:chExt cx="0" cy="0"/>
        </a:xfrm>
      </p:grpSpPr>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6407653" y="1603450"/>
            <a:ext cx="5377951" cy="1680537"/>
          </a:xfrm>
          <a:prstGeom prst="rect">
            <a:avLst/>
          </a:prstGeom>
        </p:spPr>
        <p:txBody>
          <a:bodyPr anchor="b"/>
          <a:lstStyle>
            <a:lvl1pPr algn="l">
              <a:lnSpc>
                <a:spcPts val="5400"/>
              </a:lnSpc>
              <a:defRPr sz="6000">
                <a:solidFill>
                  <a:srgbClr val="FAFAFA"/>
                </a:solidFill>
              </a:defRPr>
            </a:lvl1pPr>
          </a:lstStyle>
          <a:p>
            <a:r>
              <a:rPr lang="en-GB" dirty="0"/>
              <a:t>Insert </a:t>
            </a:r>
            <a:br>
              <a:rPr lang="en-GB" dirty="0"/>
            </a:br>
            <a:r>
              <a:rPr lang="en-GB" dirty="0"/>
              <a:t>headline here.</a:t>
            </a:r>
            <a:endParaRPr lang="en-US" dirty="0"/>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1"/>
            <a:ext cx="5784349" cy="6858000"/>
          </a:xfrm>
        </p:spPr>
        <p:txBody>
          <a:bodyPr/>
          <a:lstStyle>
            <a:lvl1pPr>
              <a:defRPr>
                <a:solidFill>
                  <a:srgbClr val="FAFAFA"/>
                </a:solidFill>
              </a:defRPr>
            </a:lvl1pPr>
          </a:lstStyle>
          <a:p>
            <a:r>
              <a:rPr lang="en-US"/>
              <a:t>Click icon to add picture</a:t>
            </a:r>
          </a:p>
        </p:txBody>
      </p:sp>
      <p:pic>
        <p:nvPicPr>
          <p:cNvPr id="4" name="Picture 3" descr="A black and white sign with white text&#10;&#10;Description automatically generated">
            <a:extLst>
              <a:ext uri="{FF2B5EF4-FFF2-40B4-BE49-F238E27FC236}">
                <a16:creationId xmlns:a16="http://schemas.microsoft.com/office/drawing/2014/main" id="{8A1843D6-ECE1-FAEC-49F7-0B0805BCED05}"/>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6407653" y="5822539"/>
            <a:ext cx="1953808" cy="497017"/>
          </a:xfrm>
          <a:prstGeom prst="rect">
            <a:avLst/>
          </a:prstGeom>
        </p:spPr>
      </p:pic>
      <p:sp>
        <p:nvSpPr>
          <p:cNvPr id="6" name="2. Subtitle Placeholder">
            <a:extLst>
              <a:ext uri="{FF2B5EF4-FFF2-40B4-BE49-F238E27FC236}">
                <a16:creationId xmlns:a16="http://schemas.microsoft.com/office/drawing/2014/main" id="{1660A225-FE6D-C34F-7BE6-B5ACE68771F7}"/>
              </a:ext>
            </a:extLst>
          </p:cNvPr>
          <p:cNvSpPr>
            <a:spLocks noGrp="1"/>
          </p:cNvSpPr>
          <p:nvPr>
            <p:ph type="subTitle" idx="1" hasCustomPrompt="1"/>
          </p:nvPr>
        </p:nvSpPr>
        <p:spPr>
          <a:xfrm>
            <a:off x="6407653" y="3707702"/>
            <a:ext cx="5377951" cy="1655762"/>
          </a:xfrm>
          <a:prstGeom prst="rect">
            <a:avLst/>
          </a:prstGeom>
        </p:spPr>
        <p:txBody>
          <a:bodyPr>
            <a:normAutofit/>
          </a:bodyPr>
          <a:lstStyle>
            <a:lvl1pPr marL="0" indent="0" algn="l">
              <a:lnSpc>
                <a:spcPct val="100000"/>
              </a:lnSpc>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Tree>
    <p:extLst>
      <p:ext uri="{BB962C8B-B14F-4D97-AF65-F5344CB8AC3E}">
        <p14:creationId xmlns:p14="http://schemas.microsoft.com/office/powerpoint/2010/main" val="19305998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ark Divider Slide - 2">
    <p:bg>
      <p:bgPr>
        <a:solidFill>
          <a:srgbClr val="1B1B1B"/>
        </a:solidFill>
        <a:effectLst/>
      </p:bgPr>
    </p:bg>
    <p:spTree>
      <p:nvGrpSpPr>
        <p:cNvPr id="1" name=""/>
        <p:cNvGrpSpPr/>
        <p:nvPr/>
      </p:nvGrpSpPr>
      <p:grpSpPr>
        <a:xfrm>
          <a:off x="0" y="0"/>
          <a:ext cx="0" cy="0"/>
          <a:chOff x="0" y="0"/>
          <a:chExt cx="0" cy="0"/>
        </a:xfrm>
      </p:grpSpPr>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6407650" y="1"/>
            <a:ext cx="5784349" cy="6858000"/>
          </a:xfrm>
        </p:spPr>
        <p:txBody>
          <a:bodyPr/>
          <a:lstStyle>
            <a:lvl1pPr>
              <a:defRPr>
                <a:solidFill>
                  <a:srgbClr val="FAFAFA"/>
                </a:solidFill>
              </a:defRPr>
            </a:lvl1pPr>
          </a:lstStyle>
          <a:p>
            <a:r>
              <a:rPr lang="en-US"/>
              <a:t>Click icon to add picture</a:t>
            </a:r>
            <a:endParaRPr lang="en-US" dirty="0"/>
          </a:p>
        </p:txBody>
      </p:sp>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406400" y="1603450"/>
            <a:ext cx="5377951" cy="1680537"/>
          </a:xfrm>
          <a:prstGeom prst="rect">
            <a:avLst/>
          </a:prstGeom>
        </p:spPr>
        <p:txBody>
          <a:bodyPr anchor="b"/>
          <a:lstStyle>
            <a:lvl1pPr algn="l">
              <a:lnSpc>
                <a:spcPts val="5400"/>
              </a:lnSpc>
              <a:defRPr sz="6000">
                <a:solidFill>
                  <a:srgbClr val="FAFAFA"/>
                </a:solidFill>
              </a:defRPr>
            </a:lvl1pPr>
          </a:lstStyle>
          <a:p>
            <a:r>
              <a:rPr lang="en-GB" dirty="0"/>
              <a:t>Insert </a:t>
            </a:r>
            <a:br>
              <a:rPr lang="en-GB" dirty="0"/>
            </a:br>
            <a:r>
              <a:rPr lang="en-GB" dirty="0"/>
              <a:t>headline here.</a:t>
            </a:r>
            <a:endParaRPr lang="en-US" dirty="0"/>
          </a:p>
        </p:txBody>
      </p:sp>
      <p:pic>
        <p:nvPicPr>
          <p:cNvPr id="2" name="Picture 1" descr="A black and white sign with white text&#10;&#10;Description automatically generated">
            <a:extLst>
              <a:ext uri="{FF2B5EF4-FFF2-40B4-BE49-F238E27FC236}">
                <a16:creationId xmlns:a16="http://schemas.microsoft.com/office/drawing/2014/main" id="{A08E24DA-E0F6-39B3-A8F3-68CC58F45DFD}"/>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06400" y="5822539"/>
            <a:ext cx="1953808" cy="497017"/>
          </a:xfrm>
          <a:prstGeom prst="rect">
            <a:avLst/>
          </a:prstGeom>
        </p:spPr>
      </p:pic>
      <p:sp>
        <p:nvSpPr>
          <p:cNvPr id="4" name="2. Subtitle Placeholder">
            <a:extLst>
              <a:ext uri="{FF2B5EF4-FFF2-40B4-BE49-F238E27FC236}">
                <a16:creationId xmlns:a16="http://schemas.microsoft.com/office/drawing/2014/main" id="{4D08B0F8-A772-D5DC-A249-B09F62A06486}"/>
              </a:ext>
            </a:extLst>
          </p:cNvPr>
          <p:cNvSpPr>
            <a:spLocks noGrp="1"/>
          </p:cNvSpPr>
          <p:nvPr>
            <p:ph type="subTitle" idx="1" hasCustomPrompt="1"/>
          </p:nvPr>
        </p:nvSpPr>
        <p:spPr>
          <a:xfrm>
            <a:off x="406400" y="3707702"/>
            <a:ext cx="5377951" cy="1655762"/>
          </a:xfrm>
          <a:prstGeom prst="rect">
            <a:avLst/>
          </a:prstGeom>
        </p:spPr>
        <p:txBody>
          <a:bodyPr>
            <a:normAutofit/>
          </a:bodyPr>
          <a:lstStyle>
            <a:lvl1pPr marL="0" indent="0" algn="l">
              <a:lnSpc>
                <a:spcPct val="100000"/>
              </a:lnSpc>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Tree>
    <p:extLst>
      <p:ext uri="{BB962C8B-B14F-4D97-AF65-F5344CB8AC3E}">
        <p14:creationId xmlns:p14="http://schemas.microsoft.com/office/powerpoint/2010/main" val="1268652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ark Divider Slide - 1">
    <p:bg>
      <p:bgPr>
        <a:solidFill>
          <a:srgbClr val="1B1B1B"/>
        </a:solidFill>
        <a:effectLst/>
      </p:bgPr>
    </p:bg>
    <p:spTree>
      <p:nvGrpSpPr>
        <p:cNvPr id="1" name=""/>
        <p:cNvGrpSpPr/>
        <p:nvPr/>
      </p:nvGrpSpPr>
      <p:grpSpPr>
        <a:xfrm>
          <a:off x="0" y="0"/>
          <a:ext cx="0" cy="0"/>
          <a:chOff x="0" y="0"/>
          <a:chExt cx="0" cy="0"/>
        </a:xfrm>
      </p:grpSpPr>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406400" y="617736"/>
            <a:ext cx="6353996" cy="1505895"/>
          </a:xfrm>
          <a:prstGeom prst="rect">
            <a:avLst/>
          </a:prstGeom>
        </p:spPr>
        <p:txBody>
          <a:bodyPr anchor="b"/>
          <a:lstStyle>
            <a:lvl1pPr algn="l">
              <a:lnSpc>
                <a:spcPts val="5400"/>
              </a:lnSpc>
              <a:defRPr sz="6000">
                <a:solidFill>
                  <a:srgbClr val="FAFAFA"/>
                </a:solidFill>
              </a:defRPr>
            </a:lvl1pPr>
          </a:lstStyle>
          <a:p>
            <a:r>
              <a:rPr lang="en-GB" dirty="0"/>
              <a:t>Insert </a:t>
            </a:r>
            <a:br>
              <a:rPr lang="en-GB" dirty="0"/>
            </a:br>
            <a:r>
              <a:rPr lang="en-GB" dirty="0"/>
              <a:t>headline here.</a:t>
            </a:r>
            <a:endParaRPr lang="en-US" dirty="0"/>
          </a:p>
        </p:txBody>
      </p:sp>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3852863"/>
            <a:ext cx="12192000" cy="3005137"/>
          </a:xfrm>
        </p:spPr>
        <p:txBody>
          <a:bodyPr/>
          <a:lstStyle>
            <a:lvl1pPr>
              <a:defRPr>
                <a:solidFill>
                  <a:srgbClr val="FAFAFA"/>
                </a:solidFill>
              </a:defRPr>
            </a:lvl1pPr>
          </a:lstStyle>
          <a:p>
            <a:r>
              <a:rPr lang="en-US"/>
              <a:t>Click icon to add picture</a:t>
            </a:r>
            <a:endParaRPr lang="en-US" dirty="0"/>
          </a:p>
        </p:txBody>
      </p:sp>
      <p:pic>
        <p:nvPicPr>
          <p:cNvPr id="4" name="Picture 3" descr="A black and white sign with white text&#10;&#10;Description automatically generated">
            <a:extLst>
              <a:ext uri="{FF2B5EF4-FFF2-40B4-BE49-F238E27FC236}">
                <a16:creationId xmlns:a16="http://schemas.microsoft.com/office/drawing/2014/main" id="{B60C4C52-9135-6A73-6513-3DC666671DA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735021" y="617736"/>
            <a:ext cx="1953808" cy="497017"/>
          </a:xfrm>
          <a:prstGeom prst="rect">
            <a:avLst/>
          </a:prstGeom>
        </p:spPr>
      </p:pic>
      <p:sp>
        <p:nvSpPr>
          <p:cNvPr id="6" name="2. Subtitle Placeholder">
            <a:extLst>
              <a:ext uri="{FF2B5EF4-FFF2-40B4-BE49-F238E27FC236}">
                <a16:creationId xmlns:a16="http://schemas.microsoft.com/office/drawing/2014/main" id="{45F6EDF8-CE70-0D70-2DBA-A1956B6C0B35}"/>
              </a:ext>
            </a:extLst>
          </p:cNvPr>
          <p:cNvSpPr>
            <a:spLocks noGrp="1"/>
          </p:cNvSpPr>
          <p:nvPr>
            <p:ph type="subTitle" idx="1" hasCustomPrompt="1"/>
          </p:nvPr>
        </p:nvSpPr>
        <p:spPr>
          <a:xfrm>
            <a:off x="406400" y="2211993"/>
            <a:ext cx="6353996" cy="1369407"/>
          </a:xfrm>
          <a:prstGeom prst="rect">
            <a:avLst/>
          </a:prstGeom>
        </p:spPr>
        <p:txBody>
          <a:bodyPr>
            <a:normAutofit/>
          </a:bodyPr>
          <a:lstStyle>
            <a:lvl1pPr marL="0" indent="0" algn="l">
              <a:lnSpc>
                <a:spcPct val="100000"/>
              </a:lnSpc>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Insert sub copy here.</a:t>
            </a:r>
            <a:endParaRPr lang="en-US" dirty="0"/>
          </a:p>
        </p:txBody>
      </p:sp>
    </p:spTree>
    <p:extLst>
      <p:ext uri="{BB962C8B-B14F-4D97-AF65-F5344CB8AC3E}">
        <p14:creationId xmlns:p14="http://schemas.microsoft.com/office/powerpoint/2010/main" val="42774961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BAC6-E7F0-4202-C359-2EFF508DCB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0461123-80AE-99F5-EF4D-8DB7B5F28F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251EDCE-2AA5-E0B7-A494-6A25E07923AB}"/>
              </a:ext>
            </a:extLst>
          </p:cNvPr>
          <p:cNvSpPr>
            <a:spLocks noGrp="1"/>
          </p:cNvSpPr>
          <p:nvPr>
            <p:ph type="dt" sz="half" idx="10"/>
          </p:nvPr>
        </p:nvSpPr>
        <p:spPr/>
        <p:txBody>
          <a:bodyPr/>
          <a:lstStyle/>
          <a:p>
            <a:fld id="{5F8ED5AD-8E45-404E-BB5C-A54C85B9250C}" type="datetimeFigureOut">
              <a:rPr lang="en-GB" smtClean="0"/>
              <a:t>27/05/2026</a:t>
            </a:fld>
            <a:endParaRPr lang="en-GB"/>
          </a:p>
        </p:txBody>
      </p:sp>
      <p:sp>
        <p:nvSpPr>
          <p:cNvPr id="5" name="Footer Placeholder 4">
            <a:extLst>
              <a:ext uri="{FF2B5EF4-FFF2-40B4-BE49-F238E27FC236}">
                <a16:creationId xmlns:a16="http://schemas.microsoft.com/office/drawing/2014/main" id="{BD82451B-EA50-4D46-9BA1-B62DCBB8C3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91E7C1-2049-FD3D-8AFE-720AC87CF40A}"/>
              </a:ext>
            </a:extLst>
          </p:cNvPr>
          <p:cNvSpPr>
            <a:spLocks noGrp="1"/>
          </p:cNvSpPr>
          <p:nvPr>
            <p:ph type="sldNum" sz="quarter" idx="12"/>
          </p:nvPr>
        </p:nvSpPr>
        <p:spPr/>
        <p:txBody>
          <a:bodyPr/>
          <a:lstStyle/>
          <a:p>
            <a:fld id="{4E3222AF-694B-4863-B997-2DFDFEEA79CF}" type="slidenum">
              <a:rPr lang="en-GB" smtClean="0"/>
              <a:t>‹#›</a:t>
            </a:fld>
            <a:endParaRPr lang="en-GB"/>
          </a:p>
        </p:txBody>
      </p:sp>
    </p:spTree>
    <p:extLst>
      <p:ext uri="{BB962C8B-B14F-4D97-AF65-F5344CB8AC3E}">
        <p14:creationId xmlns:p14="http://schemas.microsoft.com/office/powerpoint/2010/main" val="1594400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A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4C08AA-2148-527A-BB20-1D271A404421}"/>
              </a:ext>
            </a:extLst>
          </p:cNvPr>
          <p:cNvSpPr>
            <a:spLocks noGrp="1"/>
          </p:cNvSpPr>
          <p:nvPr>
            <p:ph type="title"/>
          </p:nvPr>
        </p:nvSpPr>
        <p:spPr>
          <a:xfrm>
            <a:off x="502920" y="437430"/>
            <a:ext cx="10515600" cy="47815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69797B6-4643-3710-FBDF-B4E98217FBDB}"/>
              </a:ext>
            </a:extLst>
          </p:cNvPr>
          <p:cNvSpPr>
            <a:spLocks noGrp="1"/>
          </p:cNvSpPr>
          <p:nvPr>
            <p:ph type="body" idx="1"/>
          </p:nvPr>
        </p:nvSpPr>
        <p:spPr>
          <a:xfrm>
            <a:off x="502920" y="1347469"/>
            <a:ext cx="10515600" cy="48294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1319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000" kern="1200">
          <a:solidFill>
            <a:srgbClr val="1B1B1B"/>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B1B1B"/>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rgbClr val="1B1B1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rgbClr val="1B1B1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rgbClr val="1B1B1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rgbClr val="1B1B1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mne.tools/stable/auto_tutorials/time-freq/20_sensors_time_frequency.html#tut-sensors-time-freq" TargetMode="External"/><Relationship Id="rId2" Type="http://schemas.openxmlformats.org/officeDocument/2006/relationships/hyperlink" Target="https://mne.tools/stable/generated/mne.datasets.somato.data_path.html#mne.datasets.somato.data_path" TargetMode="Externa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D752CA-34EC-770C-7256-752D0E96F724}"/>
              </a:ext>
            </a:extLst>
          </p:cNvPr>
          <p:cNvSpPr>
            <a:spLocks noGrp="1"/>
          </p:cNvSpPr>
          <p:nvPr>
            <p:ph type="ctrTitle"/>
          </p:nvPr>
        </p:nvSpPr>
        <p:spPr>
          <a:xfrm>
            <a:off x="406399" y="1320102"/>
            <a:ext cx="7261885" cy="2387600"/>
          </a:xfrm>
        </p:spPr>
        <p:txBody>
          <a:bodyPr/>
          <a:lstStyle/>
          <a:p>
            <a:r>
              <a:rPr lang="en-US" dirty="0" err="1"/>
              <a:t>FLUIDxNeuroscience</a:t>
            </a:r>
            <a:endParaRPr lang="en-US" dirty="0"/>
          </a:p>
        </p:txBody>
      </p:sp>
      <p:sp>
        <p:nvSpPr>
          <p:cNvPr id="10" name="Subtitle 2">
            <a:extLst>
              <a:ext uri="{FF2B5EF4-FFF2-40B4-BE49-F238E27FC236}">
                <a16:creationId xmlns:a16="http://schemas.microsoft.com/office/drawing/2014/main" id="{DF33380B-DCF9-A3E3-A6BF-969B6B261C17}"/>
              </a:ext>
            </a:extLst>
          </p:cNvPr>
          <p:cNvSpPr>
            <a:spLocks noGrp="1"/>
          </p:cNvSpPr>
          <p:nvPr>
            <p:ph type="subTitle" idx="1"/>
          </p:nvPr>
        </p:nvSpPr>
        <p:spPr>
          <a:xfrm>
            <a:off x="406400" y="3707702"/>
            <a:ext cx="6671733" cy="1655762"/>
          </a:xfrm>
        </p:spPr>
        <p:txBody>
          <a:bodyPr/>
          <a:lstStyle/>
          <a:p>
            <a:r>
              <a:rPr lang="en-US" dirty="0"/>
              <a:t>Kiran Phalke (CHBH, </a:t>
            </a:r>
            <a:r>
              <a:rPr lang="en-US" dirty="0" err="1"/>
              <a:t>UoB</a:t>
            </a:r>
            <a:r>
              <a:rPr lang="en-US" dirty="0"/>
              <a:t>)</a:t>
            </a:r>
          </a:p>
          <a:p>
            <a:r>
              <a:rPr lang="en-US" dirty="0"/>
              <a:t>12/01/2026</a:t>
            </a:r>
          </a:p>
        </p:txBody>
      </p:sp>
    </p:spTree>
    <p:extLst>
      <p:ext uri="{BB962C8B-B14F-4D97-AF65-F5344CB8AC3E}">
        <p14:creationId xmlns:p14="http://schemas.microsoft.com/office/powerpoint/2010/main" val="3186778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B78D6-7D31-E86B-FCF8-FCC651C21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55F3B-75A5-4D59-8A03-DEFBF1B920D7}"/>
              </a:ext>
            </a:extLst>
          </p:cNvPr>
          <p:cNvSpPr>
            <a:spLocks noGrp="1"/>
          </p:cNvSpPr>
          <p:nvPr>
            <p:ph type="title"/>
          </p:nvPr>
        </p:nvSpPr>
        <p:spPr/>
        <p:txBody>
          <a:bodyPr/>
          <a:lstStyle/>
          <a:p>
            <a:r>
              <a:rPr lang="en-GB" dirty="0"/>
              <a:t>Summary of Previous Meetings</a:t>
            </a:r>
          </a:p>
        </p:txBody>
      </p:sp>
      <p:sp>
        <p:nvSpPr>
          <p:cNvPr id="3" name="Content Placeholder 2">
            <a:extLst>
              <a:ext uri="{FF2B5EF4-FFF2-40B4-BE49-F238E27FC236}">
                <a16:creationId xmlns:a16="http://schemas.microsoft.com/office/drawing/2014/main" id="{D99908CD-DF35-F721-D0EF-B8DC59E8908B}"/>
              </a:ext>
            </a:extLst>
          </p:cNvPr>
          <p:cNvSpPr>
            <a:spLocks noGrp="1"/>
          </p:cNvSpPr>
          <p:nvPr>
            <p:ph sz="half" idx="1"/>
          </p:nvPr>
        </p:nvSpPr>
        <p:spPr/>
        <p:txBody>
          <a:bodyPr/>
          <a:lstStyle/>
          <a:p>
            <a:pPr marL="342900" indent="-342900">
              <a:buFont typeface="Arial" panose="020B0604020202020204" pitchFamily="34" charset="0"/>
              <a:buChar char="•"/>
            </a:pPr>
            <a:r>
              <a:rPr lang="en-GB" dirty="0"/>
              <a:t>Discussed how fluid could be useful for neuroscience research.</a:t>
            </a:r>
          </a:p>
          <a:p>
            <a:pPr marL="342900" indent="-342900">
              <a:buFont typeface="Arial" panose="020B0604020202020204" pitchFamily="34" charset="0"/>
              <a:buChar char="•"/>
            </a:pPr>
            <a:r>
              <a:rPr lang="en-GB" dirty="0"/>
              <a:t>Discussed using Fluid to create interactive plots for functional, structural connectivity in human brain.</a:t>
            </a:r>
          </a:p>
          <a:p>
            <a:pPr marL="342900" indent="-342900">
              <a:buFont typeface="Arial" panose="020B0604020202020204" pitchFamily="34" charset="0"/>
              <a:buChar char="•"/>
            </a:pPr>
            <a:r>
              <a:rPr lang="en-GB" dirty="0"/>
              <a:t>Using triaxial view of the brain, paired with FC and SC adjacency matrices.</a:t>
            </a:r>
          </a:p>
          <a:p>
            <a:pPr marL="342900" indent="-342900">
              <a:buFont typeface="Arial" panose="020B0604020202020204" pitchFamily="34" charset="0"/>
              <a:buChar char="•"/>
            </a:pPr>
            <a:r>
              <a:rPr lang="en-GB" dirty="0"/>
              <a:t>Issues with this plan:</a:t>
            </a:r>
          </a:p>
          <a:p>
            <a:pPr marL="800100" lvl="1" indent="-342900">
              <a:buFont typeface="Arial" panose="020B0604020202020204" pitchFamily="34" charset="0"/>
              <a:buChar char="•"/>
            </a:pPr>
            <a:r>
              <a:rPr lang="en-GB" dirty="0"/>
              <a:t>Triaxial view difficult to incorporate with current fluid structure</a:t>
            </a:r>
          </a:p>
          <a:p>
            <a:pPr marL="800100" lvl="1" indent="-342900">
              <a:buFont typeface="Arial" panose="020B0604020202020204" pitchFamily="34" charset="0"/>
              <a:buChar char="•"/>
            </a:pPr>
            <a:r>
              <a:rPr lang="en-GB" dirty="0"/>
              <a:t>Data provenance not clear for FC and SC values</a:t>
            </a:r>
          </a:p>
          <a:p>
            <a:pPr marL="800100" lvl="1" indent="-342900">
              <a:buFont typeface="Arial" panose="020B0604020202020204" pitchFamily="34" charset="0"/>
              <a:buChar char="•"/>
            </a:pPr>
            <a:r>
              <a:rPr lang="en-GB" dirty="0"/>
              <a:t>Multidimensional data (if time, tasks conditions included)</a:t>
            </a:r>
          </a:p>
          <a:p>
            <a:pPr marL="800100" lvl="1" indent="-342900">
              <a:buFont typeface="Arial" panose="020B0604020202020204" pitchFamily="34" charset="0"/>
              <a:buChar char="•"/>
            </a:pPr>
            <a:r>
              <a:rPr lang="en-GB" dirty="0"/>
              <a:t>Not well-versed with fMRI, </a:t>
            </a:r>
            <a:r>
              <a:rPr lang="en-GB" dirty="0" err="1"/>
              <a:t>dMRI</a:t>
            </a:r>
            <a:r>
              <a:rPr lang="en-GB" dirty="0"/>
              <a:t> modalities (need more time for study)</a:t>
            </a:r>
          </a:p>
        </p:txBody>
      </p:sp>
    </p:spTree>
    <p:extLst>
      <p:ext uri="{BB962C8B-B14F-4D97-AF65-F5344CB8AC3E}">
        <p14:creationId xmlns:p14="http://schemas.microsoft.com/office/powerpoint/2010/main" val="906623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C6542-E0B7-C741-85FE-6F66ADF534B4}"/>
              </a:ext>
            </a:extLst>
          </p:cNvPr>
          <p:cNvSpPr>
            <a:spLocks noGrp="1"/>
          </p:cNvSpPr>
          <p:nvPr>
            <p:ph type="title"/>
          </p:nvPr>
        </p:nvSpPr>
        <p:spPr/>
        <p:txBody>
          <a:bodyPr/>
          <a:lstStyle/>
          <a:p>
            <a:r>
              <a:rPr lang="en-GB" dirty="0"/>
              <a:t>Searching For Alternative Example</a:t>
            </a:r>
          </a:p>
        </p:txBody>
      </p:sp>
      <p:sp>
        <p:nvSpPr>
          <p:cNvPr id="3" name="Content Placeholder 2">
            <a:extLst>
              <a:ext uri="{FF2B5EF4-FFF2-40B4-BE49-F238E27FC236}">
                <a16:creationId xmlns:a16="http://schemas.microsoft.com/office/drawing/2014/main" id="{77A62677-4C55-29F7-0541-52755F736C4C}"/>
              </a:ext>
            </a:extLst>
          </p:cNvPr>
          <p:cNvSpPr>
            <a:spLocks noGrp="1"/>
          </p:cNvSpPr>
          <p:nvPr>
            <p:ph sz="half" idx="1"/>
          </p:nvPr>
        </p:nvSpPr>
        <p:spPr/>
        <p:txBody>
          <a:bodyPr>
            <a:normAutofit fontScale="70000" lnSpcReduction="20000"/>
          </a:bodyPr>
          <a:lstStyle/>
          <a:p>
            <a:pPr marL="342900" indent="-342900">
              <a:buFont typeface="Arial" panose="020B0604020202020204" pitchFamily="34" charset="0"/>
              <a:buChar char="•"/>
            </a:pPr>
            <a:r>
              <a:rPr lang="en-GB" dirty="0"/>
              <a:t>Instead of MRI, focus on data/output/metrics obtained using electrophysiological neuroimaging methods.</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MRI </a:t>
            </a:r>
          </a:p>
          <a:p>
            <a:pPr marL="800100" lvl="1" indent="-342900">
              <a:buFont typeface="Arial" panose="020B0604020202020204" pitchFamily="34" charset="0"/>
              <a:buChar char="•"/>
            </a:pPr>
            <a:r>
              <a:rPr lang="en-GB" dirty="0"/>
              <a:t>obtain brain activity in terms of oxygen consumption </a:t>
            </a:r>
          </a:p>
          <a:p>
            <a:pPr marL="800100" lvl="1" indent="-342900">
              <a:buFont typeface="Arial" panose="020B0604020202020204" pitchFamily="34" charset="0"/>
              <a:buChar char="•"/>
            </a:pPr>
            <a:r>
              <a:rPr lang="en-GB" dirty="0"/>
              <a:t>gives structure, function, pathway information</a:t>
            </a:r>
          </a:p>
          <a:p>
            <a:pPr marL="800100" lvl="1" indent="-342900">
              <a:buFont typeface="Arial" panose="020B0604020202020204" pitchFamily="34" charset="0"/>
              <a:buChar char="•"/>
            </a:pPr>
            <a:r>
              <a:rPr lang="en-GB" dirty="0"/>
              <a:t>Need triaxial, 3D view to display output along with help from brain-atlases</a:t>
            </a:r>
          </a:p>
          <a:p>
            <a:pPr marL="800100" lvl="1" indent="-342900">
              <a:buFont typeface="Arial" panose="020B0604020202020204" pitchFamily="34" charset="0"/>
              <a:buChar char="•"/>
            </a:pPr>
            <a:r>
              <a:rPr lang="en-GB" dirty="0"/>
              <a:t>Dense and overlapping outputs</a:t>
            </a:r>
          </a:p>
          <a:p>
            <a:pPr marL="800100" lvl="1" indent="-342900">
              <a:buFont typeface="Arial" panose="020B0604020202020204" pitchFamily="34" charset="0"/>
              <a:buChar char="•"/>
            </a:pPr>
            <a:r>
              <a:rPr lang="en-GB" b="1" dirty="0"/>
              <a:t>Eventually need to handle this output but difficult to begin with</a:t>
            </a:r>
          </a:p>
          <a:p>
            <a:pPr marL="342900" indent="-342900">
              <a:buFont typeface="Arial" panose="020B0604020202020204" pitchFamily="34" charset="0"/>
              <a:buChar char="•"/>
            </a:pPr>
            <a:r>
              <a:rPr lang="en-GB" dirty="0"/>
              <a:t>EEG/MEG</a:t>
            </a:r>
          </a:p>
          <a:p>
            <a:pPr marL="800100" lvl="1" indent="-342900">
              <a:buFont typeface="Arial" panose="020B0604020202020204" pitchFamily="34" charset="0"/>
              <a:buChar char="•"/>
            </a:pPr>
            <a:r>
              <a:rPr lang="en-GB" dirty="0"/>
              <a:t>Obtain brain activity in terms of electromagnetics in the brain</a:t>
            </a:r>
          </a:p>
          <a:p>
            <a:pPr marL="800100" lvl="1" indent="-342900">
              <a:buFont typeface="Arial" panose="020B0604020202020204" pitchFamily="34" charset="0"/>
              <a:buChar char="•"/>
            </a:pPr>
            <a:r>
              <a:rPr lang="en-GB" dirty="0"/>
              <a:t>Gives function, connectivity, network and temporal information</a:t>
            </a:r>
          </a:p>
          <a:p>
            <a:pPr marL="800100" lvl="1" indent="-342900">
              <a:buFont typeface="Arial" panose="020B0604020202020204" pitchFamily="34" charset="0"/>
              <a:buChar char="•"/>
            </a:pPr>
            <a:r>
              <a:rPr lang="en-GB" dirty="0"/>
              <a:t>Easy to incorporate with fluid given the outputs are mostly line graphs, topographical plots, matrices</a:t>
            </a:r>
          </a:p>
          <a:p>
            <a:pPr marL="800100" lvl="1" indent="-342900">
              <a:buFont typeface="Arial" panose="020B0604020202020204" pitchFamily="34" charset="0"/>
              <a:buChar char="•"/>
            </a:pPr>
            <a:r>
              <a:rPr lang="en-GB" dirty="0"/>
              <a:t>Need more functions such as multiple cascading plots/graphs, multi-level selection etc</a:t>
            </a:r>
          </a:p>
          <a:p>
            <a:pPr marL="342900" indent="-342900">
              <a:buFont typeface="Arial" panose="020B0604020202020204" pitchFamily="34" charset="0"/>
              <a:buChar char="•"/>
            </a:pPr>
            <a:r>
              <a:rPr lang="en-GB" dirty="0"/>
              <a:t>Computational/</a:t>
            </a:r>
            <a:r>
              <a:rPr lang="en-GB" dirty="0" err="1"/>
              <a:t>Behavioral</a:t>
            </a:r>
            <a:r>
              <a:rPr lang="en-GB" dirty="0"/>
              <a:t> methods</a:t>
            </a:r>
          </a:p>
          <a:p>
            <a:pPr marL="800100" lvl="1" indent="-342900">
              <a:buFont typeface="Arial" panose="020B0604020202020204" pitchFamily="34" charset="0"/>
              <a:buChar char="•"/>
            </a:pPr>
            <a:r>
              <a:rPr lang="en-GB" dirty="0"/>
              <a:t>RT-based studies, Eye-tracking, tapping, motor tests</a:t>
            </a:r>
          </a:p>
          <a:p>
            <a:pPr marL="342900" indent="-342900">
              <a:buFont typeface="Arial" panose="020B0604020202020204" pitchFamily="34" charset="0"/>
              <a:buChar char="•"/>
            </a:pPr>
            <a:r>
              <a:rPr lang="en-GB" dirty="0"/>
              <a:t>Other neuroimaging methods</a:t>
            </a:r>
          </a:p>
          <a:p>
            <a:pPr marL="800100" lvl="1" indent="-342900">
              <a:buFont typeface="Arial" panose="020B0604020202020204" pitchFamily="34" charset="0"/>
              <a:buChar char="•"/>
            </a:pPr>
            <a:r>
              <a:rPr lang="en-GB" dirty="0" err="1"/>
              <a:t>fNIRS</a:t>
            </a:r>
            <a:r>
              <a:rPr lang="en-GB" dirty="0"/>
              <a:t>, TMS, LFP, </a:t>
            </a:r>
            <a:r>
              <a:rPr lang="en-GB" dirty="0" err="1"/>
              <a:t>ECoG</a:t>
            </a:r>
            <a:endParaRPr lang="en-GB" dirty="0"/>
          </a:p>
        </p:txBody>
      </p:sp>
    </p:spTree>
    <p:extLst>
      <p:ext uri="{BB962C8B-B14F-4D97-AF65-F5344CB8AC3E}">
        <p14:creationId xmlns:p14="http://schemas.microsoft.com/office/powerpoint/2010/main" val="151480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BBB8E-11C6-E9B9-0EEF-0CD7BA501ABB}"/>
              </a:ext>
            </a:extLst>
          </p:cNvPr>
          <p:cNvSpPr>
            <a:spLocks noGrp="1"/>
          </p:cNvSpPr>
          <p:nvPr>
            <p:ph type="title"/>
          </p:nvPr>
        </p:nvSpPr>
        <p:spPr/>
        <p:txBody>
          <a:bodyPr/>
          <a:lstStyle/>
          <a:p>
            <a:r>
              <a:rPr lang="en-GB" dirty="0"/>
              <a:t>Searching For Alternative Example</a:t>
            </a:r>
          </a:p>
        </p:txBody>
      </p:sp>
      <p:sp>
        <p:nvSpPr>
          <p:cNvPr id="3" name="Content Placeholder 2">
            <a:extLst>
              <a:ext uri="{FF2B5EF4-FFF2-40B4-BE49-F238E27FC236}">
                <a16:creationId xmlns:a16="http://schemas.microsoft.com/office/drawing/2014/main" id="{93C2D95C-E1F0-83AE-D03E-E44BA9566A8A}"/>
              </a:ext>
            </a:extLst>
          </p:cNvPr>
          <p:cNvSpPr>
            <a:spLocks noGrp="1"/>
          </p:cNvSpPr>
          <p:nvPr>
            <p:ph sz="half" idx="1"/>
          </p:nvPr>
        </p:nvSpPr>
        <p:spPr/>
        <p:txBody>
          <a:bodyPr>
            <a:normAutofit lnSpcReduction="10000"/>
          </a:bodyPr>
          <a:lstStyle/>
          <a:p>
            <a:pPr marL="342900" indent="-342900">
              <a:buFont typeface="Arial" panose="020B0604020202020204" pitchFamily="34" charset="0"/>
              <a:buChar char="•"/>
            </a:pPr>
            <a:r>
              <a:rPr lang="en-GB" dirty="0"/>
              <a:t>MSc Project (Unpublished)</a:t>
            </a:r>
          </a:p>
          <a:p>
            <a:pPr marL="800100" lvl="1" indent="-342900">
              <a:buFont typeface="Arial" panose="020B0604020202020204" pitchFamily="34" charset="0"/>
              <a:buChar char="•"/>
            </a:pPr>
            <a:r>
              <a:rPr lang="en-GB" dirty="0"/>
              <a:t>Good starting point, since FC is calculated between different clusters of EEG channels, averaged for different frequency bands, averaged in each time window before after the cue presentation, displayed against time, correlated with </a:t>
            </a:r>
            <a:r>
              <a:rPr lang="en-GB" dirty="0" err="1"/>
              <a:t>behavioral</a:t>
            </a:r>
            <a:r>
              <a:rPr lang="en-GB" dirty="0"/>
              <a:t> study results</a:t>
            </a:r>
          </a:p>
          <a:p>
            <a:pPr marL="800100" lvl="1" indent="-342900">
              <a:buFont typeface="Arial" panose="020B0604020202020204" pitchFamily="34" charset="0"/>
              <a:buChar char="•"/>
            </a:pPr>
            <a:r>
              <a:rPr lang="en-GB" dirty="0"/>
              <a:t>Current fluid structure can be used</a:t>
            </a:r>
          </a:p>
          <a:p>
            <a:pPr marL="800100" lvl="1" indent="-342900">
              <a:buFont typeface="Arial" panose="020B0604020202020204" pitchFamily="34" charset="0"/>
              <a:buChar char="•"/>
            </a:pPr>
            <a:r>
              <a:rPr lang="en-GB" dirty="0"/>
              <a:t>Easy to keep track of data source</a:t>
            </a:r>
          </a:p>
          <a:p>
            <a:pPr marL="800100" lvl="1" indent="-342900">
              <a:buFont typeface="Arial" panose="020B0604020202020204" pitchFamily="34" charset="0"/>
              <a:buChar char="•"/>
            </a:pPr>
            <a:r>
              <a:rPr lang="en-GB" dirty="0"/>
              <a:t>Fewer dimensions to data/output than fMRI </a:t>
            </a:r>
          </a:p>
          <a:p>
            <a:pPr marL="800100" lvl="1" indent="-342900">
              <a:buFont typeface="Arial" panose="020B0604020202020204" pitchFamily="34" charset="0"/>
              <a:buChar char="•"/>
            </a:pPr>
            <a:endParaRPr lang="en-GB" dirty="0"/>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dirty="0"/>
              <a:t>Final output FC -&gt; Click on a single timepoint -&gt; Highlights entry in a 2- column matrix showing contra and ipsilateral averaged activity in the given time interval that gave rise to the resultant FC -&gt; In a secondary plot highlights the row with neural activity at relevant channels -&gt; In a new plot highlights the beta-band neural activity among all </a:t>
            </a:r>
            <a:r>
              <a:rPr lang="en-GB"/>
              <a:t>the bands</a:t>
            </a:r>
            <a:endParaRPr lang="en-GB" dirty="0"/>
          </a:p>
          <a:p>
            <a:pPr marL="800100" lvl="1" indent="-342900">
              <a:buFont typeface="Arial" panose="020B0604020202020204" pitchFamily="34" charset="0"/>
              <a:buChar char="•"/>
            </a:pPr>
            <a:endParaRPr lang="en-GB" dirty="0"/>
          </a:p>
          <a:p>
            <a:pPr lvl="1"/>
            <a:endParaRPr lang="en-GB" dirty="0"/>
          </a:p>
        </p:txBody>
      </p:sp>
    </p:spTree>
    <p:extLst>
      <p:ext uri="{BB962C8B-B14F-4D97-AF65-F5344CB8AC3E}">
        <p14:creationId xmlns:p14="http://schemas.microsoft.com/office/powerpoint/2010/main" val="4161963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53BB6-349C-EA4F-EEDF-55282404A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2BB9B-810F-4FF7-74EE-01A57986856E}"/>
              </a:ext>
            </a:extLst>
          </p:cNvPr>
          <p:cNvSpPr>
            <a:spLocks noGrp="1"/>
          </p:cNvSpPr>
          <p:nvPr>
            <p:ph type="title"/>
          </p:nvPr>
        </p:nvSpPr>
        <p:spPr/>
        <p:txBody>
          <a:bodyPr/>
          <a:lstStyle/>
          <a:p>
            <a:r>
              <a:rPr lang="en-GB" dirty="0"/>
              <a:t>Searching For Alternative Example</a:t>
            </a:r>
          </a:p>
        </p:txBody>
      </p:sp>
      <p:sp>
        <p:nvSpPr>
          <p:cNvPr id="3" name="Content Placeholder 2">
            <a:extLst>
              <a:ext uri="{FF2B5EF4-FFF2-40B4-BE49-F238E27FC236}">
                <a16:creationId xmlns:a16="http://schemas.microsoft.com/office/drawing/2014/main" id="{13395E13-0922-AB74-ADED-C15805E57437}"/>
              </a:ext>
            </a:extLst>
          </p:cNvPr>
          <p:cNvSpPr>
            <a:spLocks noGrp="1"/>
          </p:cNvSpPr>
          <p:nvPr>
            <p:ph sz="half" idx="1"/>
          </p:nvPr>
        </p:nvSpPr>
        <p:spPr>
          <a:xfrm>
            <a:off x="502920" y="1310641"/>
            <a:ext cx="10515600" cy="1749430"/>
          </a:xfrm>
        </p:spPr>
        <p:txBody>
          <a:bodyPr>
            <a:normAutofit/>
          </a:bodyPr>
          <a:lstStyle/>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dirty="0"/>
              <a:t>Final output FC -&gt; Click on a single timepoint -&gt; Highlights entry in a 2- column matrix showing contra and ipsilateral averaged activity in the given time interval that gave rise to the resultant FC -&gt; In a secondary plot highlights the row with neural activity at relevant channels -&gt; In a new plot highlights the beta-band neural activity among all the bands</a:t>
            </a:r>
          </a:p>
          <a:p>
            <a:pPr marL="800100" lvl="1" indent="-342900">
              <a:buFont typeface="Arial" panose="020B0604020202020204" pitchFamily="34" charset="0"/>
              <a:buChar char="•"/>
            </a:pPr>
            <a:endParaRPr lang="en-GB" dirty="0"/>
          </a:p>
          <a:p>
            <a:pPr lvl="1"/>
            <a:endParaRPr lang="en-GB" dirty="0"/>
          </a:p>
        </p:txBody>
      </p:sp>
      <p:sp>
        <p:nvSpPr>
          <p:cNvPr id="4" name="Rectangle 3">
            <a:extLst>
              <a:ext uri="{FF2B5EF4-FFF2-40B4-BE49-F238E27FC236}">
                <a16:creationId xmlns:a16="http://schemas.microsoft.com/office/drawing/2014/main" id="{886A9FF8-4780-5049-2B70-FE57877D8BE6}"/>
              </a:ext>
            </a:extLst>
          </p:cNvPr>
          <p:cNvSpPr/>
          <p:nvPr/>
        </p:nvSpPr>
        <p:spPr>
          <a:xfrm>
            <a:off x="505682" y="3581400"/>
            <a:ext cx="1674891" cy="844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FC Line graphs</a:t>
            </a:r>
          </a:p>
          <a:p>
            <a:pPr algn="ctr"/>
            <a:r>
              <a:rPr lang="en-GB" dirty="0"/>
              <a:t>FC vs Time</a:t>
            </a:r>
          </a:p>
        </p:txBody>
      </p:sp>
      <p:graphicFrame>
        <p:nvGraphicFramePr>
          <p:cNvPr id="6" name="Table 5">
            <a:extLst>
              <a:ext uri="{FF2B5EF4-FFF2-40B4-BE49-F238E27FC236}">
                <a16:creationId xmlns:a16="http://schemas.microsoft.com/office/drawing/2014/main" id="{7EBF7A2E-BED9-DE97-638C-95CE4A65DDD3}"/>
              </a:ext>
            </a:extLst>
          </p:cNvPr>
          <p:cNvGraphicFramePr>
            <a:graphicFrameLocks noGrp="1"/>
          </p:cNvGraphicFramePr>
          <p:nvPr>
            <p:extLst>
              <p:ext uri="{D42A27DB-BD31-4B8C-83A1-F6EECF244321}">
                <p14:modId xmlns:p14="http://schemas.microsoft.com/office/powerpoint/2010/main" val="1520129167"/>
              </p:ext>
            </p:extLst>
          </p:nvPr>
        </p:nvGraphicFramePr>
        <p:xfrm>
          <a:off x="3266660" y="3558208"/>
          <a:ext cx="1263462" cy="908960"/>
        </p:xfrm>
        <a:graphic>
          <a:graphicData uri="http://schemas.openxmlformats.org/drawingml/2006/table">
            <a:tbl>
              <a:tblPr firstRow="1" bandRow="1">
                <a:tableStyleId>{5C22544A-7EE6-4342-B048-85BDC9FD1C3A}</a:tableStyleId>
              </a:tblPr>
              <a:tblGrid>
                <a:gridCol w="631731">
                  <a:extLst>
                    <a:ext uri="{9D8B030D-6E8A-4147-A177-3AD203B41FA5}">
                      <a16:colId xmlns:a16="http://schemas.microsoft.com/office/drawing/2014/main" val="3896011543"/>
                    </a:ext>
                  </a:extLst>
                </a:gridCol>
                <a:gridCol w="631731">
                  <a:extLst>
                    <a:ext uri="{9D8B030D-6E8A-4147-A177-3AD203B41FA5}">
                      <a16:colId xmlns:a16="http://schemas.microsoft.com/office/drawing/2014/main" val="2760536640"/>
                    </a:ext>
                  </a:extLst>
                </a:gridCol>
              </a:tblGrid>
              <a:tr h="315310">
                <a:tc>
                  <a:txBody>
                    <a:bodyPr/>
                    <a:lstStyle/>
                    <a:p>
                      <a:r>
                        <a:rPr lang="en-GB" sz="1000" dirty="0"/>
                        <a:t>Contra</a:t>
                      </a:r>
                    </a:p>
                  </a:txBody>
                  <a:tcPr/>
                </a:tc>
                <a:tc>
                  <a:txBody>
                    <a:bodyPr/>
                    <a:lstStyle/>
                    <a:p>
                      <a:r>
                        <a:rPr lang="en-GB" sz="1000" dirty="0" err="1"/>
                        <a:t>Ipsi</a:t>
                      </a:r>
                      <a:endParaRPr lang="en-GB" sz="1000" dirty="0"/>
                    </a:p>
                  </a:txBody>
                  <a:tcPr/>
                </a:tc>
                <a:extLst>
                  <a:ext uri="{0D108BD9-81ED-4DB2-BD59-A6C34878D82A}">
                    <a16:rowId xmlns:a16="http://schemas.microsoft.com/office/drawing/2014/main" val="1347240171"/>
                  </a:ext>
                </a:extLst>
              </a:tr>
              <a:tr h="296825">
                <a:tc>
                  <a:txBody>
                    <a:bodyPr/>
                    <a:lstStyle/>
                    <a:p>
                      <a:endParaRPr lang="en-GB" sz="1000" dirty="0"/>
                    </a:p>
                  </a:txBody>
                  <a:tcPr>
                    <a:solidFill>
                      <a:schemeClr val="accent1">
                        <a:lumMod val="20000"/>
                        <a:lumOff val="80000"/>
                      </a:schemeClr>
                    </a:solidFill>
                  </a:tcPr>
                </a:tc>
                <a:tc>
                  <a:txBody>
                    <a:bodyPr/>
                    <a:lstStyle/>
                    <a:p>
                      <a:endParaRPr lang="en-GB" sz="1000" dirty="0"/>
                    </a:p>
                  </a:txBody>
                  <a:tcPr>
                    <a:solidFill>
                      <a:schemeClr val="accent1">
                        <a:lumMod val="20000"/>
                        <a:lumOff val="80000"/>
                      </a:schemeClr>
                    </a:solidFill>
                  </a:tcPr>
                </a:tc>
                <a:extLst>
                  <a:ext uri="{0D108BD9-81ED-4DB2-BD59-A6C34878D82A}">
                    <a16:rowId xmlns:a16="http://schemas.microsoft.com/office/drawing/2014/main" val="1810367152"/>
                  </a:ext>
                </a:extLst>
              </a:tr>
              <a:tr h="296825">
                <a:tc>
                  <a:txBody>
                    <a:bodyPr/>
                    <a:lstStyle/>
                    <a:p>
                      <a:endParaRPr lang="en-GB" sz="1000"/>
                    </a:p>
                  </a:txBody>
                  <a:tcPr/>
                </a:tc>
                <a:tc>
                  <a:txBody>
                    <a:bodyPr/>
                    <a:lstStyle/>
                    <a:p>
                      <a:endParaRPr lang="en-GB" sz="1000" dirty="0"/>
                    </a:p>
                  </a:txBody>
                  <a:tcPr/>
                </a:tc>
                <a:extLst>
                  <a:ext uri="{0D108BD9-81ED-4DB2-BD59-A6C34878D82A}">
                    <a16:rowId xmlns:a16="http://schemas.microsoft.com/office/drawing/2014/main" val="3730579599"/>
                  </a:ext>
                </a:extLst>
              </a:tr>
            </a:tbl>
          </a:graphicData>
        </a:graphic>
      </p:graphicFrame>
      <p:graphicFrame>
        <p:nvGraphicFramePr>
          <p:cNvPr id="8" name="Table 7">
            <a:extLst>
              <a:ext uri="{FF2B5EF4-FFF2-40B4-BE49-F238E27FC236}">
                <a16:creationId xmlns:a16="http://schemas.microsoft.com/office/drawing/2014/main" id="{FA05FB0C-1E0E-7F18-AEB0-3FF39CA03AED}"/>
              </a:ext>
            </a:extLst>
          </p:cNvPr>
          <p:cNvGraphicFramePr>
            <a:graphicFrameLocks noGrp="1"/>
          </p:cNvGraphicFramePr>
          <p:nvPr>
            <p:extLst>
              <p:ext uri="{D42A27DB-BD31-4B8C-83A1-F6EECF244321}">
                <p14:modId xmlns:p14="http://schemas.microsoft.com/office/powerpoint/2010/main" val="493690747"/>
              </p:ext>
            </p:extLst>
          </p:nvPr>
        </p:nvGraphicFramePr>
        <p:xfrm>
          <a:off x="5464313" y="3464853"/>
          <a:ext cx="1987740" cy="1097280"/>
        </p:xfrm>
        <a:graphic>
          <a:graphicData uri="http://schemas.openxmlformats.org/drawingml/2006/table">
            <a:tbl>
              <a:tblPr firstRow="1" bandRow="1">
                <a:tableStyleId>{5C22544A-7EE6-4342-B048-85BDC9FD1C3A}</a:tableStyleId>
              </a:tblPr>
              <a:tblGrid>
                <a:gridCol w="496935">
                  <a:extLst>
                    <a:ext uri="{9D8B030D-6E8A-4147-A177-3AD203B41FA5}">
                      <a16:colId xmlns:a16="http://schemas.microsoft.com/office/drawing/2014/main" val="2378809634"/>
                    </a:ext>
                  </a:extLst>
                </a:gridCol>
                <a:gridCol w="496935">
                  <a:extLst>
                    <a:ext uri="{9D8B030D-6E8A-4147-A177-3AD203B41FA5}">
                      <a16:colId xmlns:a16="http://schemas.microsoft.com/office/drawing/2014/main" val="2807856229"/>
                    </a:ext>
                  </a:extLst>
                </a:gridCol>
                <a:gridCol w="496935">
                  <a:extLst>
                    <a:ext uri="{9D8B030D-6E8A-4147-A177-3AD203B41FA5}">
                      <a16:colId xmlns:a16="http://schemas.microsoft.com/office/drawing/2014/main" val="3411741656"/>
                    </a:ext>
                  </a:extLst>
                </a:gridCol>
                <a:gridCol w="496935">
                  <a:extLst>
                    <a:ext uri="{9D8B030D-6E8A-4147-A177-3AD203B41FA5}">
                      <a16:colId xmlns:a16="http://schemas.microsoft.com/office/drawing/2014/main" val="1488998699"/>
                    </a:ext>
                  </a:extLst>
                </a:gridCol>
              </a:tblGrid>
              <a:tr h="263679">
                <a:tc>
                  <a:txBody>
                    <a:bodyPr/>
                    <a:lstStyle/>
                    <a:p>
                      <a:r>
                        <a:rPr lang="en-GB" dirty="0"/>
                        <a:t>C1</a:t>
                      </a:r>
                    </a:p>
                  </a:txBody>
                  <a:tcPr/>
                </a:tc>
                <a:tc>
                  <a:txBody>
                    <a:bodyPr/>
                    <a:lstStyle/>
                    <a:p>
                      <a:r>
                        <a:rPr lang="en-GB" dirty="0"/>
                        <a:t>C2</a:t>
                      </a:r>
                    </a:p>
                  </a:txBody>
                  <a:tcPr/>
                </a:tc>
                <a:tc>
                  <a:txBody>
                    <a:bodyPr/>
                    <a:lstStyle/>
                    <a:p>
                      <a:r>
                        <a:rPr lang="en-GB" dirty="0"/>
                        <a:t>I1</a:t>
                      </a:r>
                    </a:p>
                  </a:txBody>
                  <a:tcPr/>
                </a:tc>
                <a:tc>
                  <a:txBody>
                    <a:bodyPr/>
                    <a:lstStyle/>
                    <a:p>
                      <a:r>
                        <a:rPr lang="en-GB" dirty="0"/>
                        <a:t>I2</a:t>
                      </a:r>
                    </a:p>
                  </a:txBody>
                  <a:tcPr/>
                </a:tc>
                <a:extLst>
                  <a:ext uri="{0D108BD9-81ED-4DB2-BD59-A6C34878D82A}">
                    <a16:rowId xmlns:a16="http://schemas.microsoft.com/office/drawing/2014/main" val="1900615683"/>
                  </a:ext>
                </a:extLst>
              </a:tr>
              <a:tr h="263679">
                <a:tc>
                  <a:txBody>
                    <a:bodyPr/>
                    <a:lstStyle/>
                    <a:p>
                      <a:endParaRPr lang="en-GB"/>
                    </a:p>
                  </a:txBody>
                  <a:tcPr>
                    <a:solidFill>
                      <a:schemeClr val="accent1">
                        <a:lumMod val="20000"/>
                        <a:lumOff val="80000"/>
                      </a:schemeClr>
                    </a:solidFill>
                  </a:tcPr>
                </a:tc>
                <a:tc>
                  <a:txBody>
                    <a:bodyPr/>
                    <a:lstStyle/>
                    <a:p>
                      <a:endParaRPr lang="en-GB"/>
                    </a:p>
                  </a:txBody>
                  <a:tcPr>
                    <a:solidFill>
                      <a:schemeClr val="accent1">
                        <a:lumMod val="20000"/>
                        <a:lumOff val="80000"/>
                      </a:schemeClr>
                    </a:solidFill>
                  </a:tcPr>
                </a:tc>
                <a:tc>
                  <a:txBody>
                    <a:bodyPr/>
                    <a:lstStyle/>
                    <a:p>
                      <a:endParaRPr lang="en-GB"/>
                    </a:p>
                  </a:txBody>
                  <a:tcPr>
                    <a:solidFill>
                      <a:schemeClr val="accent1">
                        <a:lumMod val="20000"/>
                        <a:lumOff val="80000"/>
                      </a:schemeClr>
                    </a:solidFill>
                  </a:tcPr>
                </a:tc>
                <a:tc>
                  <a:txBody>
                    <a:bodyPr/>
                    <a:lstStyle/>
                    <a:p>
                      <a:endParaRPr lang="en-GB"/>
                    </a:p>
                  </a:txBody>
                  <a:tcPr>
                    <a:solidFill>
                      <a:schemeClr val="accent1">
                        <a:lumMod val="20000"/>
                        <a:lumOff val="80000"/>
                      </a:schemeClr>
                    </a:solidFill>
                  </a:tcPr>
                </a:tc>
                <a:extLst>
                  <a:ext uri="{0D108BD9-81ED-4DB2-BD59-A6C34878D82A}">
                    <a16:rowId xmlns:a16="http://schemas.microsoft.com/office/drawing/2014/main" val="1621458568"/>
                  </a:ext>
                </a:extLst>
              </a:tr>
              <a:tr h="263679">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45029778"/>
                  </a:ext>
                </a:extLst>
              </a:tr>
            </a:tbl>
          </a:graphicData>
        </a:graphic>
      </p:graphicFrame>
      <p:sp>
        <p:nvSpPr>
          <p:cNvPr id="5" name="Rectangle 4">
            <a:extLst>
              <a:ext uri="{FF2B5EF4-FFF2-40B4-BE49-F238E27FC236}">
                <a16:creationId xmlns:a16="http://schemas.microsoft.com/office/drawing/2014/main" id="{FC118C99-19F7-F55F-7671-FA6D3D6A6A15}"/>
              </a:ext>
            </a:extLst>
          </p:cNvPr>
          <p:cNvSpPr/>
          <p:nvPr/>
        </p:nvSpPr>
        <p:spPr>
          <a:xfrm>
            <a:off x="8271455" y="3382616"/>
            <a:ext cx="2933847" cy="124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t>Line graphs (Highlight beta)</a:t>
            </a:r>
            <a:endParaRPr lang="en-US" dirty="0"/>
          </a:p>
          <a:p>
            <a:pPr algn="ctr"/>
            <a:r>
              <a:rPr lang="en-GB" dirty="0">
                <a:ea typeface="Calibri"/>
                <a:cs typeface="Calibri"/>
              </a:rPr>
              <a:t>Alpha power vs time</a:t>
            </a:r>
          </a:p>
          <a:p>
            <a:pPr algn="ctr"/>
            <a:r>
              <a:rPr lang="en-GB" dirty="0">
                <a:ea typeface="Calibri"/>
                <a:cs typeface="Calibri"/>
              </a:rPr>
              <a:t>Beta power vs time</a:t>
            </a:r>
          </a:p>
          <a:p>
            <a:pPr algn="ctr"/>
            <a:r>
              <a:rPr lang="en-GB" dirty="0">
                <a:ea typeface="Calibri"/>
                <a:cs typeface="Calibri"/>
              </a:rPr>
              <a:t>Gamma power vs time</a:t>
            </a:r>
          </a:p>
        </p:txBody>
      </p:sp>
      <p:sp>
        <p:nvSpPr>
          <p:cNvPr id="7" name="Arrow: Right 6">
            <a:extLst>
              <a:ext uri="{FF2B5EF4-FFF2-40B4-BE49-F238E27FC236}">
                <a16:creationId xmlns:a16="http://schemas.microsoft.com/office/drawing/2014/main" id="{EAE4DDBC-37E5-0A6C-1505-F3C4550D2F47}"/>
              </a:ext>
            </a:extLst>
          </p:cNvPr>
          <p:cNvSpPr/>
          <p:nvPr/>
        </p:nvSpPr>
        <p:spPr>
          <a:xfrm>
            <a:off x="2535620" y="3888827"/>
            <a:ext cx="328448" cy="262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D52BA8C1-1615-B33B-FB00-DC7DBD7458D7}"/>
              </a:ext>
            </a:extLst>
          </p:cNvPr>
          <p:cNvSpPr/>
          <p:nvPr/>
        </p:nvSpPr>
        <p:spPr>
          <a:xfrm>
            <a:off x="4887880" y="3888826"/>
            <a:ext cx="328448" cy="262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BEF69E1B-2132-EBF5-9935-9B6B95D8AA7D}"/>
              </a:ext>
            </a:extLst>
          </p:cNvPr>
          <p:cNvSpPr/>
          <p:nvPr/>
        </p:nvSpPr>
        <p:spPr>
          <a:xfrm>
            <a:off x="7703966" y="3875573"/>
            <a:ext cx="328448" cy="262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6958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0F8FC-5333-9FD7-0F73-41F50092BD06}"/>
              </a:ext>
            </a:extLst>
          </p:cNvPr>
          <p:cNvSpPr>
            <a:spLocks noGrp="1"/>
          </p:cNvSpPr>
          <p:nvPr>
            <p:ph type="title"/>
          </p:nvPr>
        </p:nvSpPr>
        <p:spPr/>
        <p:txBody>
          <a:bodyPr/>
          <a:lstStyle/>
          <a:p>
            <a:r>
              <a:rPr lang="en-GB" dirty="0"/>
              <a:t>Future work</a:t>
            </a:r>
          </a:p>
        </p:txBody>
      </p:sp>
      <p:sp>
        <p:nvSpPr>
          <p:cNvPr id="3" name="Content Placeholder 2">
            <a:extLst>
              <a:ext uri="{FF2B5EF4-FFF2-40B4-BE49-F238E27FC236}">
                <a16:creationId xmlns:a16="http://schemas.microsoft.com/office/drawing/2014/main" id="{B5F85657-1037-47E1-2518-F114ADD35137}"/>
              </a:ext>
            </a:extLst>
          </p:cNvPr>
          <p:cNvSpPr>
            <a:spLocks noGrp="1"/>
          </p:cNvSpPr>
          <p:nvPr>
            <p:ph sz="half" idx="1"/>
          </p:nvPr>
        </p:nvSpPr>
        <p:spPr/>
        <p:txBody>
          <a:bodyPr vert="horz" lIns="91440" tIns="45720" rIns="91440" bIns="45720" rtlCol="0" anchor="t">
            <a:normAutofit/>
          </a:bodyPr>
          <a:lstStyle/>
          <a:p>
            <a:pPr marL="342900" indent="-342900">
              <a:buFont typeface="Arial" panose="020B0604020202020204" pitchFamily="34" charset="0"/>
              <a:buChar char="•"/>
            </a:pPr>
            <a:r>
              <a:rPr lang="en-GB" dirty="0">
                <a:latin typeface="Arial"/>
                <a:cs typeface="Arial"/>
              </a:rPr>
              <a:t>Identify different types of output artefacts in neuroscience research.</a:t>
            </a:r>
          </a:p>
          <a:p>
            <a:pPr marL="342900" indent="-342900">
              <a:buFont typeface="Arial" panose="020B0604020202020204" pitchFamily="34" charset="0"/>
              <a:buChar char="•"/>
            </a:pPr>
            <a:r>
              <a:rPr lang="en-GB" dirty="0">
                <a:latin typeface="Arial"/>
                <a:cs typeface="Arial"/>
              </a:rPr>
              <a:t>Literature survey on if/how there is a disconnect between neuroscience research outputs and data.</a:t>
            </a:r>
          </a:p>
          <a:p>
            <a:pPr marL="800100" lvl="1" indent="-342900">
              <a:buFont typeface="Courier New" panose="020B0604020202020204" pitchFamily="34" charset="0"/>
              <a:buChar char="o"/>
            </a:pPr>
            <a:r>
              <a:rPr lang="en-GB" dirty="0">
                <a:latin typeface="Arial"/>
                <a:cs typeface="Arial"/>
              </a:rPr>
              <a:t>Existing visualization paradigms where people have already tried doing these</a:t>
            </a:r>
          </a:p>
          <a:p>
            <a:pPr marL="342900" indent="-342900">
              <a:buFont typeface="Arial" panose="020B0604020202020204" pitchFamily="34" charset="0"/>
              <a:buChar char="•"/>
            </a:pPr>
            <a:r>
              <a:rPr lang="en-GB" dirty="0"/>
              <a:t>How fluid can fill this gap -&gt; how will this help future neuroscience research</a:t>
            </a:r>
          </a:p>
          <a:p>
            <a:pPr marL="342900" indent="-342900">
              <a:buFont typeface="Arial" panose="020B0604020202020204" pitchFamily="34" charset="0"/>
              <a:buChar char="•"/>
            </a:pPr>
            <a:r>
              <a:rPr lang="en-GB" dirty="0">
                <a:latin typeface="Arial"/>
                <a:cs typeface="Arial"/>
              </a:rPr>
              <a:t>Functions such as multiple cascading visualizations between input and the output, multi-level selection of datapoints</a:t>
            </a:r>
          </a:p>
          <a:p>
            <a:pPr marL="342900" indent="-342900">
              <a:buFont typeface="Arial" panose="020B0604020202020204" pitchFamily="34" charset="0"/>
              <a:buChar char="•"/>
            </a:pPr>
            <a:r>
              <a:rPr lang="en-GB" dirty="0">
                <a:latin typeface="Arial"/>
                <a:cs typeface="Arial"/>
              </a:rPr>
              <a:t>Funding opportunities</a:t>
            </a:r>
          </a:p>
        </p:txBody>
      </p:sp>
    </p:spTree>
    <p:extLst>
      <p:ext uri="{BB962C8B-B14F-4D97-AF65-F5344CB8AC3E}">
        <p14:creationId xmlns:p14="http://schemas.microsoft.com/office/powerpoint/2010/main" val="2060602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938B-ABA9-A998-BEBD-414D693D356B}"/>
              </a:ext>
            </a:extLst>
          </p:cNvPr>
          <p:cNvSpPr>
            <a:spLocks noGrp="1"/>
          </p:cNvSpPr>
          <p:nvPr>
            <p:ph type="title"/>
          </p:nvPr>
        </p:nvSpPr>
        <p:spPr>
          <a:xfrm>
            <a:off x="502919" y="220147"/>
            <a:ext cx="9921240" cy="478155"/>
          </a:xfrm>
        </p:spPr>
        <p:txBody>
          <a:bodyPr/>
          <a:lstStyle/>
          <a:p>
            <a:r>
              <a:rPr lang="en-GB" dirty="0"/>
              <a:t>Neuroscience Research Output (Abstractions)</a:t>
            </a:r>
          </a:p>
        </p:txBody>
      </p:sp>
      <p:sp>
        <p:nvSpPr>
          <p:cNvPr id="3" name="Content Placeholder 2">
            <a:extLst>
              <a:ext uri="{FF2B5EF4-FFF2-40B4-BE49-F238E27FC236}">
                <a16:creationId xmlns:a16="http://schemas.microsoft.com/office/drawing/2014/main" id="{F6CA6B60-A9F9-2AD8-3316-6015B4533613}"/>
              </a:ext>
            </a:extLst>
          </p:cNvPr>
          <p:cNvSpPr>
            <a:spLocks noGrp="1"/>
          </p:cNvSpPr>
          <p:nvPr>
            <p:ph sz="half" idx="1"/>
          </p:nvPr>
        </p:nvSpPr>
        <p:spPr>
          <a:xfrm>
            <a:off x="973701" y="915585"/>
            <a:ext cx="2575258" cy="4378960"/>
          </a:xfrm>
        </p:spPr>
        <p:txBody>
          <a:bodyPr>
            <a:noAutofit/>
          </a:bodyPr>
          <a:lstStyle/>
          <a:p>
            <a:r>
              <a:rPr lang="en-GB" sz="800" b="1" dirty="0"/>
              <a:t>1. Output artefacts in EEG / MEG experiments</a:t>
            </a:r>
          </a:p>
          <a:p>
            <a:r>
              <a:rPr lang="en-GB" sz="800" b="1" dirty="0"/>
              <a:t>A. Sensor-space artefacts (directly observable)</a:t>
            </a:r>
          </a:p>
          <a:p>
            <a:r>
              <a:rPr lang="en-GB" sz="800" dirty="0"/>
              <a:t>Raw sensor time-series plots</a:t>
            </a:r>
          </a:p>
          <a:p>
            <a:r>
              <a:rPr lang="en-GB" sz="800" dirty="0" err="1"/>
              <a:t>Epoched</a:t>
            </a:r>
            <a:r>
              <a:rPr lang="en-GB" sz="800" dirty="0"/>
              <a:t> sensor waveforms (per condition / trial average)</a:t>
            </a:r>
          </a:p>
          <a:p>
            <a:r>
              <a:rPr lang="en-GB" sz="800" dirty="0"/>
              <a:t>Butterfly plots</a:t>
            </a:r>
          </a:p>
          <a:p>
            <a:r>
              <a:rPr lang="en-GB" sz="800" dirty="0"/>
              <a:t>Sensor-level scalp maps (topographies)</a:t>
            </a:r>
          </a:p>
          <a:p>
            <a:r>
              <a:rPr lang="en-GB" sz="800" dirty="0"/>
              <a:t>Sensor-level time–frequency maps (ERSP / induced power)</a:t>
            </a:r>
          </a:p>
          <a:p>
            <a:r>
              <a:rPr lang="en-GB" sz="800" dirty="0"/>
              <a:t>Evoked response plots (ERP / ERF)</a:t>
            </a:r>
          </a:p>
          <a:p>
            <a:r>
              <a:rPr lang="en-GB" sz="800" dirty="0"/>
              <a:t>Global field power (GFP) curves</a:t>
            </a:r>
          </a:p>
          <a:p>
            <a:r>
              <a:rPr lang="en-GB" sz="800" dirty="0"/>
              <a:t>Inter-trial phase coherence (ITPC / PLV at sensor level)</a:t>
            </a:r>
          </a:p>
          <a:p>
            <a:br>
              <a:rPr lang="en-GB" sz="800" dirty="0"/>
            </a:br>
            <a:endParaRPr lang="en-GB" sz="800" dirty="0"/>
          </a:p>
          <a:p>
            <a:r>
              <a:rPr lang="en-GB" sz="800" b="1" dirty="0"/>
              <a:t>B. Time–frequency &amp; spectral artefacts</a:t>
            </a:r>
          </a:p>
          <a:p>
            <a:r>
              <a:rPr lang="en-GB" sz="800" dirty="0"/>
              <a:t>Power spectral density (PSD) plots</a:t>
            </a:r>
          </a:p>
          <a:p>
            <a:r>
              <a:rPr lang="en-GB" sz="800" dirty="0"/>
              <a:t>Band-limited power summaries (</a:t>
            </a:r>
            <a:r>
              <a:rPr lang="el-GR" sz="800" dirty="0"/>
              <a:t>δ, θ, α, β, γ)</a:t>
            </a:r>
          </a:p>
          <a:p>
            <a:r>
              <a:rPr lang="en-GB" sz="800" dirty="0"/>
              <a:t>Time–frequency spectrograms</a:t>
            </a:r>
          </a:p>
          <a:p>
            <a:r>
              <a:rPr lang="en-GB" sz="800" dirty="0"/>
              <a:t>Cross-frequency coupling maps (PAC, AAC, PPC)</a:t>
            </a:r>
          </a:p>
          <a:p>
            <a:r>
              <a:rPr lang="en-GB" sz="800" dirty="0"/>
              <a:t>Frequency-specific topographies</a:t>
            </a:r>
          </a:p>
          <a:p>
            <a:r>
              <a:rPr lang="en-GB" sz="800" dirty="0"/>
              <a:t>Spectral slope / aperiodic (1/f) parameter maps</a:t>
            </a:r>
          </a:p>
          <a:p>
            <a:br>
              <a:rPr lang="en-GB" sz="800" dirty="0"/>
            </a:br>
            <a:endParaRPr lang="en-GB" sz="800" dirty="0"/>
          </a:p>
          <a:p>
            <a:endParaRPr lang="en-GB" sz="800" dirty="0"/>
          </a:p>
        </p:txBody>
      </p:sp>
      <p:sp>
        <p:nvSpPr>
          <p:cNvPr id="4" name="TextBox 3">
            <a:extLst>
              <a:ext uri="{FF2B5EF4-FFF2-40B4-BE49-F238E27FC236}">
                <a16:creationId xmlns:a16="http://schemas.microsoft.com/office/drawing/2014/main" id="{EB5FC45A-0781-EBD3-58A6-B7B4181D836F}"/>
              </a:ext>
            </a:extLst>
          </p:cNvPr>
          <p:cNvSpPr txBox="1"/>
          <p:nvPr/>
        </p:nvSpPr>
        <p:spPr>
          <a:xfrm>
            <a:off x="3892764" y="898663"/>
            <a:ext cx="3141551" cy="3662541"/>
          </a:xfrm>
          <a:prstGeom prst="rect">
            <a:avLst/>
          </a:prstGeom>
          <a:noFill/>
        </p:spPr>
        <p:txBody>
          <a:bodyPr wrap="square" rtlCol="0">
            <a:spAutoFit/>
          </a:bodyPr>
          <a:lstStyle/>
          <a:p>
            <a:r>
              <a:rPr lang="en-GB" sz="800" b="1" dirty="0"/>
              <a:t>C. Source-space artefacts (EEG/MEG only)</a:t>
            </a:r>
          </a:p>
          <a:p>
            <a:r>
              <a:rPr lang="en-GB" sz="800" dirty="0"/>
              <a:t>Source-localized activity maps (dipoles, distributed sources)</a:t>
            </a:r>
          </a:p>
          <a:p>
            <a:r>
              <a:rPr lang="en-GB" sz="800" dirty="0"/>
              <a:t>Source time-series plots</a:t>
            </a:r>
          </a:p>
          <a:p>
            <a:r>
              <a:rPr lang="en-GB" sz="800" dirty="0"/>
              <a:t>Source-space evoked responses</a:t>
            </a:r>
          </a:p>
          <a:p>
            <a:r>
              <a:rPr lang="en-GB" sz="800" dirty="0"/>
              <a:t>Source-level time–frequency maps</a:t>
            </a:r>
          </a:p>
          <a:p>
            <a:r>
              <a:rPr lang="en-GB" sz="800" dirty="0"/>
              <a:t>Region-wise activation summaries (atlas-based)</a:t>
            </a:r>
          </a:p>
          <a:p>
            <a:r>
              <a:rPr lang="en-GB" sz="800" dirty="0"/>
              <a:t>Source power contrast maps (condition A vs B)</a:t>
            </a:r>
          </a:p>
          <a:p>
            <a:br>
              <a:rPr lang="en-GB" sz="800" dirty="0"/>
            </a:br>
            <a:endParaRPr lang="en-GB" sz="800" dirty="0"/>
          </a:p>
          <a:p>
            <a:r>
              <a:rPr lang="en-GB" sz="800" b="1" dirty="0"/>
              <a:t>D. Functional connectivity artefacts</a:t>
            </a:r>
          </a:p>
          <a:p>
            <a:r>
              <a:rPr lang="en-GB" sz="800" b="1" dirty="0"/>
              <a:t>Sensor-space</a:t>
            </a:r>
          </a:p>
          <a:p>
            <a:r>
              <a:rPr lang="en-GB" sz="800" dirty="0"/>
              <a:t>Sensor-level connectivity matrices</a:t>
            </a:r>
          </a:p>
          <a:p>
            <a:r>
              <a:rPr lang="en-GB" sz="800" dirty="0"/>
              <a:t>Frequency-resolved connectivity graphs</a:t>
            </a:r>
          </a:p>
          <a:p>
            <a:r>
              <a:rPr lang="en-GB" sz="800" dirty="0"/>
              <a:t>Time-resolved connectivity maps</a:t>
            </a:r>
          </a:p>
          <a:p>
            <a:r>
              <a:rPr lang="en-GB" sz="800" b="1" dirty="0"/>
              <a:t>Source-space</a:t>
            </a:r>
          </a:p>
          <a:p>
            <a:r>
              <a:rPr lang="en-GB" sz="800" dirty="0"/>
              <a:t>Source-level connectivity matrices</a:t>
            </a:r>
          </a:p>
          <a:p>
            <a:r>
              <a:rPr lang="en-GB" sz="800" dirty="0"/>
              <a:t>ROI-to-ROI connectivity graphs</a:t>
            </a:r>
          </a:p>
          <a:p>
            <a:r>
              <a:rPr lang="en-GB" sz="800" dirty="0"/>
              <a:t>Dynamic functional connectivity plots</a:t>
            </a:r>
          </a:p>
          <a:p>
            <a:r>
              <a:rPr lang="en-GB" sz="800" dirty="0"/>
              <a:t>Network-specific connectivity visualizations</a:t>
            </a:r>
          </a:p>
          <a:p>
            <a:r>
              <a:rPr lang="en-GB" sz="800" dirty="0"/>
              <a:t>Metrics (outputs may encode):</a:t>
            </a:r>
          </a:p>
          <a:p>
            <a:r>
              <a:rPr lang="en-GB" sz="800" dirty="0"/>
              <a:t>Coherence</a:t>
            </a:r>
          </a:p>
          <a:p>
            <a:r>
              <a:rPr lang="en-GB" sz="800" dirty="0"/>
              <a:t>Imaginary coherence</a:t>
            </a:r>
          </a:p>
          <a:p>
            <a:r>
              <a:rPr lang="en-GB" sz="800" dirty="0"/>
              <a:t>Phase-locking value (PLV)</a:t>
            </a:r>
          </a:p>
          <a:p>
            <a:r>
              <a:rPr lang="en-GB" sz="800" dirty="0"/>
              <a:t>Amplitude envelope correlation</a:t>
            </a:r>
          </a:p>
          <a:p>
            <a:r>
              <a:rPr lang="en-GB" sz="800" dirty="0"/>
              <a:t>Granger causality (frequency-resolved)</a:t>
            </a:r>
          </a:p>
          <a:p>
            <a:r>
              <a:rPr lang="en-GB" sz="800" dirty="0"/>
              <a:t>Transfer entropy (if used)</a:t>
            </a:r>
          </a:p>
          <a:p>
            <a:br>
              <a:rPr lang="en-GB" sz="800" dirty="0"/>
            </a:br>
            <a:endParaRPr lang="en-GB" sz="800" dirty="0"/>
          </a:p>
          <a:p>
            <a:endParaRPr lang="en-GB" sz="800" dirty="0"/>
          </a:p>
        </p:txBody>
      </p:sp>
      <p:sp>
        <p:nvSpPr>
          <p:cNvPr id="5" name="TextBox 4">
            <a:extLst>
              <a:ext uri="{FF2B5EF4-FFF2-40B4-BE49-F238E27FC236}">
                <a16:creationId xmlns:a16="http://schemas.microsoft.com/office/drawing/2014/main" id="{4DEB64E5-F18B-B5FB-9EA8-217EB3F6C71E}"/>
              </a:ext>
            </a:extLst>
          </p:cNvPr>
          <p:cNvSpPr txBox="1"/>
          <p:nvPr/>
        </p:nvSpPr>
        <p:spPr>
          <a:xfrm>
            <a:off x="6744831" y="898663"/>
            <a:ext cx="2701381" cy="5016758"/>
          </a:xfrm>
          <a:prstGeom prst="rect">
            <a:avLst/>
          </a:prstGeom>
          <a:noFill/>
        </p:spPr>
        <p:txBody>
          <a:bodyPr wrap="none" rtlCol="0">
            <a:spAutoFit/>
          </a:bodyPr>
          <a:lstStyle/>
          <a:p>
            <a:r>
              <a:rPr lang="en-GB" sz="800" b="1" dirty="0"/>
              <a:t>E. Network &amp; graph-theoretic artefacts</a:t>
            </a:r>
          </a:p>
          <a:p>
            <a:r>
              <a:rPr lang="en-GB" sz="800" dirty="0"/>
              <a:t>Functional brain network graphs</a:t>
            </a:r>
          </a:p>
          <a:p>
            <a:r>
              <a:rPr lang="en-GB" sz="800" dirty="0"/>
              <a:t>Community / module assignments</a:t>
            </a:r>
          </a:p>
          <a:p>
            <a:r>
              <a:rPr lang="en-GB" sz="800" dirty="0"/>
              <a:t>Hub / centrality maps</a:t>
            </a:r>
          </a:p>
          <a:p>
            <a:r>
              <a:rPr lang="en-GB" sz="800" dirty="0"/>
              <a:t>Network efficiency plots</a:t>
            </a:r>
          </a:p>
          <a:p>
            <a:r>
              <a:rPr lang="en-GB" sz="800" dirty="0"/>
              <a:t>Rich-club structure visualizations</a:t>
            </a:r>
          </a:p>
          <a:p>
            <a:r>
              <a:rPr lang="en-GB" sz="800" dirty="0"/>
              <a:t>Network dynamics over time</a:t>
            </a:r>
          </a:p>
          <a:p>
            <a:br>
              <a:rPr lang="en-GB" sz="800" dirty="0"/>
            </a:br>
            <a:endParaRPr lang="en-GB" sz="800" dirty="0"/>
          </a:p>
          <a:p>
            <a:r>
              <a:rPr lang="en-GB" sz="800" b="1" dirty="0"/>
              <a:t>F. Statistical artefacts</a:t>
            </a:r>
          </a:p>
          <a:p>
            <a:r>
              <a:rPr lang="en-GB" sz="800" dirty="0"/>
              <a:t>Contrast maps (condition differences)</a:t>
            </a:r>
          </a:p>
          <a:p>
            <a:r>
              <a:rPr lang="en-GB" sz="800" dirty="0"/>
              <a:t>Statistical parametric maps (t, z, F)</a:t>
            </a:r>
          </a:p>
          <a:p>
            <a:r>
              <a:rPr lang="en-GB" sz="800" dirty="0"/>
              <a:t>Cluster-based permutation results</a:t>
            </a:r>
          </a:p>
          <a:p>
            <a:r>
              <a:rPr lang="en-GB" sz="800" dirty="0"/>
              <a:t>Confidence interval visualizations</a:t>
            </a:r>
          </a:p>
          <a:p>
            <a:r>
              <a:rPr lang="en-GB" sz="800" dirty="0"/>
              <a:t>Effect size maps</a:t>
            </a:r>
          </a:p>
          <a:p>
            <a:r>
              <a:rPr lang="en-GB" sz="800" dirty="0" err="1"/>
              <a:t>Thresholded</a:t>
            </a:r>
            <a:r>
              <a:rPr lang="en-GB" sz="800" dirty="0"/>
              <a:t> significance maps</a:t>
            </a:r>
          </a:p>
          <a:p>
            <a:br>
              <a:rPr lang="en-GB" sz="800" dirty="0"/>
            </a:br>
            <a:endParaRPr lang="en-GB" sz="800" dirty="0"/>
          </a:p>
          <a:p>
            <a:r>
              <a:rPr lang="en-GB" sz="800" b="1" dirty="0"/>
              <a:t>G. Task / event-locked artefacts</a:t>
            </a:r>
          </a:p>
          <a:p>
            <a:r>
              <a:rPr lang="en-GB" sz="800" dirty="0"/>
              <a:t>Event-related potential / field components (e.g. P300, N170)</a:t>
            </a:r>
          </a:p>
          <a:p>
            <a:r>
              <a:rPr lang="en-GB" sz="800" dirty="0"/>
              <a:t>Latency maps</a:t>
            </a:r>
          </a:p>
          <a:p>
            <a:r>
              <a:rPr lang="en-GB" sz="800" dirty="0"/>
              <a:t>Peak amplitude distributions</a:t>
            </a:r>
          </a:p>
          <a:p>
            <a:r>
              <a:rPr lang="en-GB" sz="800" dirty="0"/>
              <a:t>Trial-wise variability plots</a:t>
            </a:r>
          </a:p>
          <a:p>
            <a:r>
              <a:rPr lang="en-GB" sz="800" dirty="0"/>
              <a:t>Response-locked averages</a:t>
            </a:r>
          </a:p>
          <a:p>
            <a:br>
              <a:rPr lang="en-GB" sz="800" dirty="0"/>
            </a:br>
            <a:endParaRPr lang="en-GB" sz="800" dirty="0"/>
          </a:p>
          <a:p>
            <a:r>
              <a:rPr lang="en-GB" sz="800" b="1" dirty="0"/>
              <a:t>H. Model-derived artefacts (EEG/MEG-specific)</a:t>
            </a:r>
          </a:p>
          <a:p>
            <a:r>
              <a:rPr lang="en-GB" sz="800" dirty="0"/>
              <a:t>Neural mass / neural field model outputs</a:t>
            </a:r>
          </a:p>
          <a:p>
            <a:r>
              <a:rPr lang="en-GB" sz="800" dirty="0"/>
              <a:t>Model parameter maps</a:t>
            </a:r>
          </a:p>
          <a:p>
            <a:r>
              <a:rPr lang="en-GB" sz="800" dirty="0"/>
              <a:t>Simulated vs observed signal comparisons</a:t>
            </a:r>
          </a:p>
          <a:p>
            <a:r>
              <a:rPr lang="en-GB" sz="800" dirty="0"/>
              <a:t>Forward-model predicted sensor patterns</a:t>
            </a:r>
          </a:p>
          <a:p>
            <a:r>
              <a:rPr lang="en-GB" sz="800" dirty="0"/>
              <a:t>Residual/error maps</a:t>
            </a:r>
          </a:p>
          <a:p>
            <a:br>
              <a:rPr lang="en-GB" sz="800" dirty="0"/>
            </a:br>
            <a:endParaRPr lang="en-GB" sz="800" dirty="0"/>
          </a:p>
          <a:p>
            <a:r>
              <a:rPr lang="en-GB" sz="800" b="1" dirty="0"/>
              <a:t>I. Multimodal-within-EEG/MEG artefacts</a:t>
            </a:r>
          </a:p>
          <a:p>
            <a:r>
              <a:rPr lang="en-GB" sz="800" dirty="0"/>
              <a:t>EEG–MEG correspondence maps</a:t>
            </a:r>
          </a:p>
          <a:p>
            <a:r>
              <a:rPr lang="en-GB" sz="800" dirty="0"/>
              <a:t>Cross-sensor-type coherence</a:t>
            </a:r>
          </a:p>
          <a:p>
            <a:r>
              <a:rPr lang="en-GB" sz="800" dirty="0"/>
              <a:t>Joint source reconstructions</a:t>
            </a:r>
          </a:p>
          <a:p>
            <a:r>
              <a:rPr lang="en-GB" sz="800" dirty="0"/>
              <a:t>Modality-specific contribution maps</a:t>
            </a:r>
          </a:p>
          <a:p>
            <a:endParaRPr lang="en-GB" sz="800" dirty="0"/>
          </a:p>
        </p:txBody>
      </p:sp>
    </p:spTree>
    <p:extLst>
      <p:ext uri="{BB962C8B-B14F-4D97-AF65-F5344CB8AC3E}">
        <p14:creationId xmlns:p14="http://schemas.microsoft.com/office/powerpoint/2010/main" val="44074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86F0F-2558-6CD4-ED34-C2081FF05248}"/>
              </a:ext>
            </a:extLst>
          </p:cNvPr>
          <p:cNvSpPr>
            <a:spLocks noGrp="1"/>
          </p:cNvSpPr>
          <p:nvPr>
            <p:ph type="title"/>
          </p:nvPr>
        </p:nvSpPr>
        <p:spPr/>
        <p:txBody>
          <a:bodyPr/>
          <a:lstStyle/>
          <a:p>
            <a:r>
              <a:rPr lang="en-GB"/>
              <a:t>Progress after 12/01/26</a:t>
            </a:r>
            <a:endParaRPr lang="en-GB" dirty="0"/>
          </a:p>
        </p:txBody>
      </p:sp>
      <p:sp>
        <p:nvSpPr>
          <p:cNvPr id="3" name="Content Placeholder 2">
            <a:extLst>
              <a:ext uri="{FF2B5EF4-FFF2-40B4-BE49-F238E27FC236}">
                <a16:creationId xmlns:a16="http://schemas.microsoft.com/office/drawing/2014/main" id="{45E231A9-DF66-F654-6D8C-9F7A8D20CDFE}"/>
              </a:ext>
            </a:extLst>
          </p:cNvPr>
          <p:cNvSpPr>
            <a:spLocks noGrp="1"/>
          </p:cNvSpPr>
          <p:nvPr>
            <p:ph sz="half" idx="1"/>
          </p:nvPr>
        </p:nvSpPr>
        <p:spPr/>
        <p:txBody>
          <a:bodyPr/>
          <a:lstStyle/>
          <a:p>
            <a:pPr marL="342900" indent="-342900">
              <a:buFont typeface="Arial" panose="020B0604020202020204" pitchFamily="34" charset="0"/>
              <a:buChar char="•"/>
            </a:pPr>
            <a:r>
              <a:rPr lang="en-GB" dirty="0"/>
              <a:t>Decided to use my MSc thesis output as the base for simulation</a:t>
            </a:r>
          </a:p>
          <a:p>
            <a:pPr marL="800100" lvl="1" indent="-342900">
              <a:buFont typeface="Arial" panose="020B0604020202020204" pitchFamily="34" charset="0"/>
              <a:buChar char="•"/>
            </a:pPr>
            <a:r>
              <a:rPr lang="en-GB" dirty="0"/>
              <a:t>Not discussed the idea with my supervisor yet</a:t>
            </a:r>
          </a:p>
          <a:p>
            <a:pPr marL="800100" lvl="1"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Setting up of repository</a:t>
            </a:r>
          </a:p>
          <a:p>
            <a:pPr marL="800100" lvl="1" indent="-342900">
              <a:buFont typeface="Arial" panose="020B0604020202020204" pitchFamily="34" charset="0"/>
              <a:buChar char="•"/>
            </a:pPr>
            <a:r>
              <a:rPr lang="en-GB" dirty="0"/>
              <a:t>Created </a:t>
            </a:r>
            <a:r>
              <a:rPr lang="en-GB" dirty="0" err="1"/>
              <a:t>github</a:t>
            </a:r>
            <a:r>
              <a:rPr lang="en-GB" dirty="0"/>
              <a:t> organization, to host all relevant repositories</a:t>
            </a:r>
          </a:p>
          <a:p>
            <a:pPr marL="800100" lvl="1" indent="-342900">
              <a:buFont typeface="Arial" panose="020B0604020202020204" pitchFamily="34" charset="0"/>
              <a:buChar char="•"/>
            </a:pPr>
            <a:r>
              <a:rPr lang="en-GB" dirty="0"/>
              <a:t>Admin access to Roly</a:t>
            </a:r>
          </a:p>
          <a:p>
            <a:pPr marL="800100" lvl="1" indent="-342900">
              <a:buFont typeface="Arial" panose="020B0604020202020204" pitchFamily="34" charset="0"/>
              <a:buChar char="•"/>
            </a:pPr>
            <a:r>
              <a:rPr lang="en-GB" dirty="0"/>
              <a:t>Example website added</a:t>
            </a:r>
          </a:p>
          <a:p>
            <a:pPr marL="800100" lvl="1" indent="-342900">
              <a:buFont typeface="Arial" panose="020B0604020202020204" pitchFamily="34" charset="0"/>
              <a:buChar char="•"/>
            </a:pPr>
            <a:r>
              <a:rPr lang="en-GB" dirty="0"/>
              <a:t>Local building and testing of website done</a:t>
            </a:r>
          </a:p>
          <a:p>
            <a:pPr marL="800100" lvl="1"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Keeping it simple in the beginning</a:t>
            </a:r>
          </a:p>
          <a:p>
            <a:pPr marL="800100" lvl="1" indent="-342900">
              <a:buFont typeface="Arial" panose="020B0604020202020204" pitchFamily="34" charset="0"/>
              <a:buChar char="•"/>
            </a:pPr>
            <a:r>
              <a:rPr lang="en-GB" dirty="0"/>
              <a:t>Using only EEG/functional connectivity data to visualize.</a:t>
            </a:r>
          </a:p>
          <a:p>
            <a:pPr marL="800100" lvl="1" indent="-342900">
              <a:buFont typeface="Arial" panose="020B0604020202020204" pitchFamily="34" charset="0"/>
              <a:buChar char="•"/>
            </a:pPr>
            <a:r>
              <a:rPr lang="en-GB" dirty="0"/>
              <a:t>Currently trying to add </a:t>
            </a:r>
            <a:r>
              <a:rPr lang="en-GB" dirty="0" err="1"/>
              <a:t>eeg</a:t>
            </a:r>
            <a:r>
              <a:rPr lang="en-GB" dirty="0"/>
              <a:t>-coherence example to the website</a:t>
            </a:r>
          </a:p>
        </p:txBody>
      </p:sp>
    </p:spTree>
    <p:extLst>
      <p:ext uri="{BB962C8B-B14F-4D97-AF65-F5344CB8AC3E}">
        <p14:creationId xmlns:p14="http://schemas.microsoft.com/office/powerpoint/2010/main" val="870742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A408D-FB65-D666-3D9C-27714A983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664AA-54E0-ED59-7BF6-C42E9302AAE9}"/>
              </a:ext>
            </a:extLst>
          </p:cNvPr>
          <p:cNvSpPr>
            <a:spLocks noGrp="1"/>
          </p:cNvSpPr>
          <p:nvPr>
            <p:ph type="title"/>
          </p:nvPr>
        </p:nvSpPr>
        <p:spPr/>
        <p:txBody>
          <a:bodyPr/>
          <a:lstStyle/>
          <a:p>
            <a:r>
              <a:rPr lang="en-GB" dirty="0"/>
              <a:t>Progress after 19/03/2026</a:t>
            </a:r>
          </a:p>
        </p:txBody>
      </p:sp>
      <p:sp>
        <p:nvSpPr>
          <p:cNvPr id="3" name="Content Placeholder 2">
            <a:extLst>
              <a:ext uri="{FF2B5EF4-FFF2-40B4-BE49-F238E27FC236}">
                <a16:creationId xmlns:a16="http://schemas.microsoft.com/office/drawing/2014/main" id="{C366A86C-1738-1720-9801-A780A6A4C673}"/>
              </a:ext>
            </a:extLst>
          </p:cNvPr>
          <p:cNvSpPr>
            <a:spLocks noGrp="1"/>
          </p:cNvSpPr>
          <p:nvPr>
            <p:ph sz="half" idx="1"/>
          </p:nvPr>
        </p:nvSpPr>
        <p:spPr/>
        <p:txBody>
          <a:bodyPr>
            <a:normAutofit lnSpcReduction="10000"/>
          </a:bodyPr>
          <a:lstStyle/>
          <a:p>
            <a:pPr marL="342900" indent="-342900">
              <a:buFont typeface="Arial" panose="020B0604020202020204" pitchFamily="34" charset="0"/>
              <a:buChar char="•"/>
            </a:pPr>
            <a:r>
              <a:rPr lang="en-GB" dirty="0"/>
              <a:t>Found open-source dataset where single participant somatosensory response after motor taps was recorded using MEG system (magnetic activity whereas EEG measures electrical activity)</a:t>
            </a:r>
          </a:p>
          <a:p>
            <a:pPr marL="342900" indent="-342900">
              <a:buFont typeface="Arial" panose="020B0604020202020204" pitchFamily="34" charset="0"/>
              <a:buChar char="•"/>
            </a:pPr>
            <a:r>
              <a:rPr lang="en-GB" dirty="0"/>
              <a:t>Dataset available at : </a:t>
            </a:r>
            <a:r>
              <a:rPr lang="en-GB" dirty="0">
                <a:hlinkClick r:id="rId2"/>
              </a:rPr>
              <a:t>https://mne.tools/stable/generated/mne.datasets.somato.data_path.html#mne.datasets.somato.data_path</a:t>
            </a:r>
            <a:endParaRPr lang="en-GB" dirty="0"/>
          </a:p>
          <a:p>
            <a:pPr marL="342900" indent="-342900">
              <a:buFont typeface="Arial" panose="020B0604020202020204" pitchFamily="34" charset="0"/>
              <a:buChar char="•"/>
            </a:pPr>
            <a:r>
              <a:rPr lang="en-GB" dirty="0"/>
              <a:t>Processing script available at : </a:t>
            </a:r>
            <a:r>
              <a:rPr lang="en-GB" dirty="0">
                <a:hlinkClick r:id="rId3"/>
              </a:rPr>
              <a:t>https://mne.tools/stable/auto_tutorials/time-freq/20_sensors_time_frequency.html#tut-sensors-time-freq</a:t>
            </a:r>
            <a:endParaRPr lang="en-GB" dirty="0"/>
          </a:p>
          <a:p>
            <a:pPr marL="342900" indent="-342900">
              <a:buFont typeface="Arial" panose="020B0604020202020204" pitchFamily="34" charset="0"/>
              <a:buChar char="•"/>
            </a:pPr>
            <a:r>
              <a:rPr lang="en-GB" dirty="0"/>
              <a:t>This script will be updated to generated coherence dataset that will be used for website example : </a:t>
            </a:r>
            <a:r>
              <a:rPr lang="en-GB" dirty="0" err="1"/>
              <a:t>eeg</a:t>
            </a:r>
            <a:r>
              <a:rPr lang="en-GB" dirty="0"/>
              <a:t>-coherence (details next slide)</a:t>
            </a:r>
          </a:p>
          <a:p>
            <a:pPr marL="800100" lvl="1" indent="-342900">
              <a:buFont typeface="Arial" panose="020B0604020202020204" pitchFamily="34" charset="0"/>
              <a:buChar char="•"/>
            </a:pPr>
            <a:r>
              <a:rPr lang="en-GB" dirty="0"/>
              <a:t>Better to write a </a:t>
            </a:r>
            <a:r>
              <a:rPr lang="en-GB" dirty="0" err="1"/>
              <a:t>jupyter</a:t>
            </a:r>
            <a:r>
              <a:rPr lang="en-GB" dirty="0"/>
              <a:t> notebook to integrate with </a:t>
            </a:r>
            <a:r>
              <a:rPr lang="en-GB" dirty="0" err="1"/>
              <a:t>CurveNote</a:t>
            </a:r>
            <a:endParaRPr lang="en-GB" dirty="0"/>
          </a:p>
        </p:txBody>
      </p:sp>
    </p:spTree>
    <p:extLst>
      <p:ext uri="{BB962C8B-B14F-4D97-AF65-F5344CB8AC3E}">
        <p14:creationId xmlns:p14="http://schemas.microsoft.com/office/powerpoint/2010/main" val="755755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2B274-2F35-D700-75C5-21D6838DA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F5649-6694-FA65-FCD8-2C24FCF5BDFB}"/>
              </a:ext>
            </a:extLst>
          </p:cNvPr>
          <p:cNvSpPr>
            <a:spLocks noGrp="1"/>
          </p:cNvSpPr>
          <p:nvPr>
            <p:ph type="title"/>
          </p:nvPr>
        </p:nvSpPr>
        <p:spPr>
          <a:xfrm>
            <a:off x="502919" y="437430"/>
            <a:ext cx="11305197" cy="478155"/>
          </a:xfrm>
        </p:spPr>
        <p:txBody>
          <a:bodyPr/>
          <a:lstStyle/>
          <a:p>
            <a:r>
              <a:rPr lang="en-GB" dirty="0"/>
              <a:t>Input-Output Dataset for EEG-Coherence Example</a:t>
            </a:r>
          </a:p>
        </p:txBody>
      </p:sp>
      <p:sp>
        <p:nvSpPr>
          <p:cNvPr id="3" name="Content Placeholder 2">
            <a:extLst>
              <a:ext uri="{FF2B5EF4-FFF2-40B4-BE49-F238E27FC236}">
                <a16:creationId xmlns:a16="http://schemas.microsoft.com/office/drawing/2014/main" id="{1FA8D1F3-8CAD-43EC-6D67-533A40A2CC2E}"/>
              </a:ext>
            </a:extLst>
          </p:cNvPr>
          <p:cNvSpPr>
            <a:spLocks noGrp="1"/>
          </p:cNvSpPr>
          <p:nvPr>
            <p:ph sz="half" idx="1"/>
          </p:nvPr>
        </p:nvSpPr>
        <p:spPr>
          <a:xfrm>
            <a:off x="383471" y="1137646"/>
            <a:ext cx="6326248" cy="2940084"/>
          </a:xfrm>
          <a:solidFill>
            <a:schemeClr val="bg1"/>
          </a:solidFill>
          <a:ln>
            <a:solidFill>
              <a:schemeClr val="tx1"/>
            </a:solidFill>
          </a:ln>
        </p:spPr>
        <p:txBody>
          <a:bodyPr>
            <a:normAutofit fontScale="47500" lnSpcReduction="20000"/>
          </a:bodyPr>
          <a:lstStyle/>
          <a:p>
            <a:r>
              <a:rPr lang="en-IN" dirty="0"/>
              <a:t>1. </a:t>
            </a:r>
            <a:r>
              <a:rPr lang="en-IN" b="1" dirty="0" err="1"/>
              <a:t>Epoched</a:t>
            </a:r>
            <a:r>
              <a:rPr lang="en-IN" b="1" dirty="0"/>
              <a:t> data after pre-processing (</a:t>
            </a:r>
            <a:r>
              <a:rPr lang="en-IN" b="1" dirty="0" err="1"/>
              <a:t>num_timepoints</a:t>
            </a:r>
            <a:r>
              <a:rPr lang="en-IN" b="1" dirty="0"/>
              <a:t> x </a:t>
            </a:r>
            <a:r>
              <a:rPr lang="en-IN" b="1" dirty="0" err="1"/>
              <a:t>num_epochs</a:t>
            </a:r>
            <a:r>
              <a:rPr lang="en-IN" b="1" dirty="0"/>
              <a:t> x </a:t>
            </a:r>
            <a:r>
              <a:rPr lang="en-IN" b="1" dirty="0" err="1"/>
              <a:t>num_channels</a:t>
            </a:r>
            <a:r>
              <a:rPr lang="en-IN" b="1" dirty="0"/>
              <a:t>)</a:t>
            </a:r>
          </a:p>
          <a:p>
            <a:r>
              <a:rPr lang="en-IN" dirty="0"/>
              <a:t>Ex :</a:t>
            </a:r>
          </a:p>
          <a:p>
            <a:r>
              <a:rPr lang="en-IN" dirty="0"/>
              <a:t>{ "timepoint": 0, "epoch": 1, "channel": "ch01", "</a:t>
            </a:r>
            <a:r>
              <a:rPr lang="en-IN" dirty="0" err="1"/>
              <a:t>raw_value</a:t>
            </a:r>
            <a:r>
              <a:rPr lang="en-IN" dirty="0"/>
              <a:t>": 0.251 },</a:t>
            </a:r>
          </a:p>
          <a:p>
            <a:r>
              <a:rPr lang="en-IN" dirty="0"/>
              <a:t>{ "timepoint": 0, "epoch": 1, "channel": "ch02", "</a:t>
            </a:r>
            <a:r>
              <a:rPr lang="en-IN" dirty="0" err="1"/>
              <a:t>raw_value</a:t>
            </a:r>
            <a:r>
              <a:rPr lang="en-IN" dirty="0"/>
              <a:t>": 0.251 },</a:t>
            </a:r>
          </a:p>
          <a:p>
            <a:r>
              <a:rPr lang="en-IN" dirty="0"/>
              <a:t>{ "timepoint": 0, "epoch": 1, "channel": "ch03", "</a:t>
            </a:r>
            <a:r>
              <a:rPr lang="en-IN" dirty="0" err="1"/>
              <a:t>raw_value</a:t>
            </a:r>
            <a:r>
              <a:rPr lang="en-IN" dirty="0"/>
              <a:t>": 0.251 },</a:t>
            </a:r>
          </a:p>
          <a:p>
            <a:r>
              <a:rPr lang="en-IN" dirty="0"/>
              <a:t>.</a:t>
            </a:r>
          </a:p>
          <a:p>
            <a:r>
              <a:rPr lang="en-IN" dirty="0"/>
              <a:t>{ "timepoint": 0, "epoch": 2, "channel": "ch01", "</a:t>
            </a:r>
            <a:r>
              <a:rPr lang="en-IN" dirty="0" err="1"/>
              <a:t>raw_value</a:t>
            </a:r>
            <a:r>
              <a:rPr lang="en-IN" dirty="0"/>
              <a:t>": 0.251 },</a:t>
            </a:r>
          </a:p>
          <a:p>
            <a:r>
              <a:rPr lang="en-IN" dirty="0"/>
              <a:t>{ "timepoint": 0, "epoch": 2, "channel": "ch02", "</a:t>
            </a:r>
            <a:r>
              <a:rPr lang="en-IN" dirty="0" err="1"/>
              <a:t>raw_value</a:t>
            </a:r>
            <a:r>
              <a:rPr lang="en-IN" dirty="0"/>
              <a:t>": 0.251 },</a:t>
            </a:r>
          </a:p>
          <a:p>
            <a:r>
              <a:rPr lang="en-IN" dirty="0"/>
              <a:t>.</a:t>
            </a:r>
          </a:p>
          <a:p>
            <a:r>
              <a:rPr lang="en-IN" dirty="0"/>
              <a:t>{ "timepoint": 1, "epoch": 1, "channel": "ch01", "</a:t>
            </a:r>
            <a:r>
              <a:rPr lang="en-IN" dirty="0" err="1"/>
              <a:t>raw_value</a:t>
            </a:r>
            <a:r>
              <a:rPr lang="en-IN" dirty="0"/>
              <a:t>": 0.251 },</a:t>
            </a:r>
          </a:p>
          <a:p>
            <a:r>
              <a:rPr lang="en-IN" dirty="0"/>
              <a:t>{ "timepoint": 1, "epoch": 1, "channel": "ch02", "</a:t>
            </a:r>
            <a:r>
              <a:rPr lang="en-IN" dirty="0" err="1"/>
              <a:t>raw_value</a:t>
            </a:r>
            <a:r>
              <a:rPr lang="en-IN" dirty="0"/>
              <a:t>": 0.251 },</a:t>
            </a:r>
            <a:endParaRPr lang="en-GB" dirty="0"/>
          </a:p>
        </p:txBody>
      </p:sp>
      <p:sp>
        <p:nvSpPr>
          <p:cNvPr id="4" name="Content Placeholder 2">
            <a:extLst>
              <a:ext uri="{FF2B5EF4-FFF2-40B4-BE49-F238E27FC236}">
                <a16:creationId xmlns:a16="http://schemas.microsoft.com/office/drawing/2014/main" id="{9355D74A-B1EF-BFBC-1C6B-17BF2CFCD214}"/>
              </a:ext>
            </a:extLst>
          </p:cNvPr>
          <p:cNvSpPr txBox="1">
            <a:spLocks/>
          </p:cNvSpPr>
          <p:nvPr/>
        </p:nvSpPr>
        <p:spPr>
          <a:xfrm>
            <a:off x="4843849" y="3500121"/>
            <a:ext cx="7100193" cy="3147129"/>
          </a:xfrm>
          <a:prstGeom prst="rect">
            <a:avLst/>
          </a:prstGeom>
          <a:solidFill>
            <a:schemeClr val="bg1"/>
          </a:solidFill>
          <a:ln>
            <a:solidFill>
              <a:schemeClr val="tx1"/>
            </a:solid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B1B1B"/>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rgbClr val="1B1B1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rgbClr val="1B1B1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rgbClr val="1B1B1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rgbClr val="1B1B1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100" dirty="0"/>
              <a:t>2. </a:t>
            </a:r>
            <a:r>
              <a:rPr lang="en-IN" sz="1100" b="1" dirty="0"/>
              <a:t>Functional Connectivity after processing </a:t>
            </a:r>
            <a:r>
              <a:rPr lang="en-IN" sz="1100" b="1" dirty="0" err="1"/>
              <a:t>epoched</a:t>
            </a:r>
            <a:r>
              <a:rPr lang="en-IN" sz="1100" b="1" dirty="0"/>
              <a:t> data (</a:t>
            </a:r>
            <a:r>
              <a:rPr lang="en-IN" sz="1100" b="1" dirty="0" err="1"/>
              <a:t>num_timepoints</a:t>
            </a:r>
            <a:r>
              <a:rPr lang="en-IN" sz="1100" b="1" dirty="0"/>
              <a:t> x </a:t>
            </a:r>
            <a:r>
              <a:rPr lang="en-IN" sz="1100" b="1" dirty="0" err="1"/>
              <a:t>conn_level</a:t>
            </a:r>
            <a:r>
              <a:rPr lang="en-IN" sz="1100" b="1" dirty="0"/>
              <a:t> x </a:t>
            </a:r>
            <a:r>
              <a:rPr lang="en-IN" sz="1100" b="1" dirty="0" err="1"/>
              <a:t>conn_metric</a:t>
            </a:r>
            <a:r>
              <a:rPr lang="en-IN" sz="1100" b="1" dirty="0"/>
              <a:t>)</a:t>
            </a:r>
          </a:p>
          <a:p>
            <a:r>
              <a:rPr lang="en-IN" sz="1100" dirty="0"/>
              <a:t>Ex : </a:t>
            </a:r>
          </a:p>
          <a:p>
            <a:r>
              <a:rPr lang="en-IN" sz="1100" dirty="0"/>
              <a:t>{ "timepoint": 0, "</a:t>
            </a:r>
            <a:r>
              <a:rPr lang="en-IN" sz="1100" dirty="0" err="1"/>
              <a:t>conn_level</a:t>
            </a:r>
            <a:r>
              <a:rPr lang="en-IN" sz="1100" dirty="0"/>
              <a:t>": "level1", "</a:t>
            </a:r>
            <a:r>
              <a:rPr lang="en-IN" sz="1100" dirty="0" err="1"/>
              <a:t>conn_metric</a:t>
            </a:r>
            <a:r>
              <a:rPr lang="en-IN" sz="1100" dirty="0"/>
              <a:t>": "coherence", "</a:t>
            </a:r>
            <a:r>
              <a:rPr lang="en-IN" sz="1100" dirty="0" err="1"/>
              <a:t>conn_value</a:t>
            </a:r>
            <a:r>
              <a:rPr lang="en-IN" sz="1100" dirty="0"/>
              <a:t>": 0.251 },</a:t>
            </a:r>
          </a:p>
          <a:p>
            <a:r>
              <a:rPr lang="en-IN" sz="1100" dirty="0"/>
              <a:t>{ "timepoint": 0, "</a:t>
            </a:r>
            <a:r>
              <a:rPr lang="en-IN" sz="1100" dirty="0" err="1"/>
              <a:t>conn_level</a:t>
            </a:r>
            <a:r>
              <a:rPr lang="en-IN" sz="1100" dirty="0"/>
              <a:t>": "level1", "</a:t>
            </a:r>
            <a:r>
              <a:rPr lang="en-IN" sz="1100" dirty="0" err="1"/>
              <a:t>conn_metric</a:t>
            </a:r>
            <a:r>
              <a:rPr lang="en-IN" sz="1100" dirty="0"/>
              <a:t>": "wPLI", "</a:t>
            </a:r>
            <a:r>
              <a:rPr lang="en-IN" sz="1100" dirty="0" err="1"/>
              <a:t>conn_value</a:t>
            </a:r>
            <a:r>
              <a:rPr lang="en-IN" sz="1100" dirty="0"/>
              <a:t>": 0.255 },</a:t>
            </a:r>
          </a:p>
          <a:p>
            <a:r>
              <a:rPr lang="en-IN" sz="1100" dirty="0"/>
              <a:t>{ "timepoint": 0, "</a:t>
            </a:r>
            <a:r>
              <a:rPr lang="en-IN" sz="1100" dirty="0" err="1"/>
              <a:t>conn_level</a:t>
            </a:r>
            <a:r>
              <a:rPr lang="en-IN" sz="1100" dirty="0"/>
              <a:t>": "level2", "</a:t>
            </a:r>
            <a:r>
              <a:rPr lang="en-IN" sz="1100" dirty="0" err="1"/>
              <a:t>conn_metric</a:t>
            </a:r>
            <a:r>
              <a:rPr lang="en-IN" sz="1100" dirty="0"/>
              <a:t>": "coherence", "</a:t>
            </a:r>
            <a:r>
              <a:rPr lang="en-IN" sz="1100" dirty="0" err="1"/>
              <a:t>conn_value</a:t>
            </a:r>
            <a:r>
              <a:rPr lang="en-IN" sz="1100" dirty="0"/>
              <a:t>": 0.251 },</a:t>
            </a:r>
          </a:p>
          <a:p>
            <a:r>
              <a:rPr lang="en-IN" sz="1100" dirty="0"/>
              <a:t>{ "timepoint": 0, "</a:t>
            </a:r>
            <a:r>
              <a:rPr lang="en-IN" sz="1100" dirty="0" err="1"/>
              <a:t>conn_level</a:t>
            </a:r>
            <a:r>
              <a:rPr lang="en-IN" sz="1100" dirty="0"/>
              <a:t>": "level2", "</a:t>
            </a:r>
            <a:r>
              <a:rPr lang="en-IN" sz="1100" dirty="0" err="1"/>
              <a:t>conn_metric</a:t>
            </a:r>
            <a:r>
              <a:rPr lang="en-IN" sz="1100" dirty="0"/>
              <a:t>": "wPLI", "</a:t>
            </a:r>
            <a:r>
              <a:rPr lang="en-IN" sz="1100" dirty="0" err="1"/>
              <a:t>conn_value</a:t>
            </a:r>
            <a:r>
              <a:rPr lang="en-IN" sz="1100" dirty="0"/>
              <a:t>": 0.255 },</a:t>
            </a:r>
          </a:p>
          <a:p>
            <a:r>
              <a:rPr lang="en-IN" sz="1100" dirty="0"/>
              <a:t>.</a:t>
            </a:r>
          </a:p>
          <a:p>
            <a:r>
              <a:rPr lang="en-IN" sz="1100" dirty="0"/>
              <a:t>{ "timepoint": 1, "</a:t>
            </a:r>
            <a:r>
              <a:rPr lang="en-IN" sz="1100" dirty="0" err="1"/>
              <a:t>conn_level</a:t>
            </a:r>
            <a:r>
              <a:rPr lang="en-IN" sz="1100" dirty="0"/>
              <a:t>": "level1", "</a:t>
            </a:r>
            <a:r>
              <a:rPr lang="en-IN" sz="1100" dirty="0" err="1"/>
              <a:t>conn_metric</a:t>
            </a:r>
            <a:r>
              <a:rPr lang="en-IN" sz="1100" dirty="0"/>
              <a:t>": "coherence", "</a:t>
            </a:r>
            <a:r>
              <a:rPr lang="en-IN" sz="1100" dirty="0" err="1"/>
              <a:t>conn_value</a:t>
            </a:r>
            <a:r>
              <a:rPr lang="en-IN" sz="1100" dirty="0"/>
              <a:t>": 0.251 },</a:t>
            </a:r>
          </a:p>
          <a:p>
            <a:r>
              <a:rPr lang="en-IN" sz="1100" dirty="0"/>
              <a:t>{ "timepoint": 1, "</a:t>
            </a:r>
            <a:r>
              <a:rPr lang="en-IN" sz="1100" dirty="0" err="1"/>
              <a:t>conn_level</a:t>
            </a:r>
            <a:r>
              <a:rPr lang="en-IN" sz="1100" dirty="0"/>
              <a:t>": "level1", "</a:t>
            </a:r>
            <a:r>
              <a:rPr lang="en-IN" sz="1100" dirty="0" err="1"/>
              <a:t>conn_metric</a:t>
            </a:r>
            <a:r>
              <a:rPr lang="en-IN" sz="1100" dirty="0"/>
              <a:t>": "wPLI", "</a:t>
            </a:r>
            <a:r>
              <a:rPr lang="en-IN" sz="1100" dirty="0" err="1"/>
              <a:t>conn_value</a:t>
            </a:r>
            <a:r>
              <a:rPr lang="en-IN" sz="1100" dirty="0"/>
              <a:t>": 0.255 },</a:t>
            </a:r>
          </a:p>
          <a:p>
            <a:r>
              <a:rPr lang="en-IN" sz="1100" dirty="0"/>
              <a:t>{ "timepoint": 1, "</a:t>
            </a:r>
            <a:r>
              <a:rPr lang="en-IN" sz="1100" dirty="0" err="1"/>
              <a:t>conn_level</a:t>
            </a:r>
            <a:r>
              <a:rPr lang="en-IN" sz="1100" dirty="0"/>
              <a:t>": "level2", "</a:t>
            </a:r>
            <a:r>
              <a:rPr lang="en-IN" sz="1100" dirty="0" err="1"/>
              <a:t>conn_metric</a:t>
            </a:r>
            <a:r>
              <a:rPr lang="en-IN" sz="1100" dirty="0"/>
              <a:t>": "coherence", "</a:t>
            </a:r>
            <a:r>
              <a:rPr lang="en-IN" sz="1100" dirty="0" err="1"/>
              <a:t>conn_value</a:t>
            </a:r>
            <a:r>
              <a:rPr lang="en-IN" sz="1100" dirty="0"/>
              <a:t>": 0.251 },</a:t>
            </a:r>
          </a:p>
          <a:p>
            <a:r>
              <a:rPr lang="en-IN" sz="1100" dirty="0"/>
              <a:t>{ "timepoint": 1, "</a:t>
            </a:r>
            <a:r>
              <a:rPr lang="en-IN" sz="1100" dirty="0" err="1"/>
              <a:t>conn_level</a:t>
            </a:r>
            <a:r>
              <a:rPr lang="en-IN" sz="1100" dirty="0"/>
              <a:t>": "level2", "</a:t>
            </a:r>
            <a:r>
              <a:rPr lang="en-IN" sz="1100" dirty="0" err="1"/>
              <a:t>conn_metric</a:t>
            </a:r>
            <a:r>
              <a:rPr lang="en-IN" sz="1100" dirty="0"/>
              <a:t>": "wPLI", "</a:t>
            </a:r>
            <a:r>
              <a:rPr lang="en-IN" sz="1100" dirty="0" err="1"/>
              <a:t>conn_value</a:t>
            </a:r>
            <a:r>
              <a:rPr lang="en-IN" sz="1100" dirty="0"/>
              <a:t>": 0.255 },</a:t>
            </a:r>
          </a:p>
          <a:p>
            <a:pPr marL="342900" indent="-342900">
              <a:buFont typeface="Arial" panose="020B0604020202020204" pitchFamily="34" charset="0"/>
              <a:buChar char="•"/>
            </a:pPr>
            <a:endParaRPr lang="en-GB" sz="1100" dirty="0"/>
          </a:p>
        </p:txBody>
      </p:sp>
      <p:sp>
        <p:nvSpPr>
          <p:cNvPr id="5" name="Rectangle 4">
            <a:extLst>
              <a:ext uri="{FF2B5EF4-FFF2-40B4-BE49-F238E27FC236}">
                <a16:creationId xmlns:a16="http://schemas.microsoft.com/office/drawing/2014/main" id="{F0C2D66A-2316-8B4E-66B0-E408A6B57037}"/>
              </a:ext>
            </a:extLst>
          </p:cNvPr>
          <p:cNvSpPr/>
          <p:nvPr/>
        </p:nvSpPr>
        <p:spPr>
          <a:xfrm>
            <a:off x="5276335" y="1964724"/>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Dataset</a:t>
            </a:r>
          </a:p>
        </p:txBody>
      </p:sp>
      <p:sp>
        <p:nvSpPr>
          <p:cNvPr id="6" name="Rectangle 5">
            <a:extLst>
              <a:ext uri="{FF2B5EF4-FFF2-40B4-BE49-F238E27FC236}">
                <a16:creationId xmlns:a16="http://schemas.microsoft.com/office/drawing/2014/main" id="{D31B029D-F35B-8F07-62B5-41C378D0A084}"/>
              </a:ext>
            </a:extLst>
          </p:cNvPr>
          <p:cNvSpPr/>
          <p:nvPr/>
        </p:nvSpPr>
        <p:spPr>
          <a:xfrm>
            <a:off x="10836876" y="5584569"/>
            <a:ext cx="97124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Dataset</a:t>
            </a:r>
          </a:p>
        </p:txBody>
      </p:sp>
    </p:spTree>
    <p:extLst>
      <p:ext uri="{BB962C8B-B14F-4D97-AF65-F5344CB8AC3E}">
        <p14:creationId xmlns:p14="http://schemas.microsoft.com/office/powerpoint/2010/main" val="2397911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92A1D-02C1-D8AA-0C03-F7A27948A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D6687-9BC1-4B75-E57B-44FBCE1B1539}"/>
              </a:ext>
            </a:extLst>
          </p:cNvPr>
          <p:cNvSpPr>
            <a:spLocks noGrp="1"/>
          </p:cNvSpPr>
          <p:nvPr>
            <p:ph type="title"/>
          </p:nvPr>
        </p:nvSpPr>
        <p:spPr>
          <a:xfrm>
            <a:off x="502920" y="437430"/>
            <a:ext cx="11446064" cy="478155"/>
          </a:xfrm>
        </p:spPr>
        <p:txBody>
          <a:bodyPr/>
          <a:lstStyle/>
          <a:p>
            <a:r>
              <a:rPr lang="en-GB" dirty="0"/>
              <a:t>Intermediate Datasets for EEG-Coherence Example</a:t>
            </a:r>
          </a:p>
        </p:txBody>
      </p:sp>
      <p:sp>
        <p:nvSpPr>
          <p:cNvPr id="5" name="Rectangle 4">
            <a:extLst>
              <a:ext uri="{FF2B5EF4-FFF2-40B4-BE49-F238E27FC236}">
                <a16:creationId xmlns:a16="http://schemas.microsoft.com/office/drawing/2014/main" id="{309D2E30-7A85-560C-7BF3-7F796FD9E94D}"/>
              </a:ext>
            </a:extLst>
          </p:cNvPr>
          <p:cNvSpPr/>
          <p:nvPr/>
        </p:nvSpPr>
        <p:spPr>
          <a:xfrm>
            <a:off x="146427" y="25146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Dataset</a:t>
            </a:r>
          </a:p>
        </p:txBody>
      </p:sp>
      <p:sp>
        <p:nvSpPr>
          <p:cNvPr id="6" name="Rectangle 5">
            <a:extLst>
              <a:ext uri="{FF2B5EF4-FFF2-40B4-BE49-F238E27FC236}">
                <a16:creationId xmlns:a16="http://schemas.microsoft.com/office/drawing/2014/main" id="{E1621C7A-E6AE-8374-B140-55A9F99DC095}"/>
              </a:ext>
            </a:extLst>
          </p:cNvPr>
          <p:cNvSpPr/>
          <p:nvPr/>
        </p:nvSpPr>
        <p:spPr>
          <a:xfrm>
            <a:off x="11074332" y="2477527"/>
            <a:ext cx="97124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Dataset</a:t>
            </a:r>
          </a:p>
        </p:txBody>
      </p:sp>
      <p:sp>
        <p:nvSpPr>
          <p:cNvPr id="8" name="Content Placeholder 7">
            <a:extLst>
              <a:ext uri="{FF2B5EF4-FFF2-40B4-BE49-F238E27FC236}">
                <a16:creationId xmlns:a16="http://schemas.microsoft.com/office/drawing/2014/main" id="{409B842D-45C3-CA2E-A10E-E5915DC6D878}"/>
              </a:ext>
            </a:extLst>
          </p:cNvPr>
          <p:cNvSpPr>
            <a:spLocks noGrp="1"/>
          </p:cNvSpPr>
          <p:nvPr>
            <p:ph sz="half" idx="1"/>
          </p:nvPr>
        </p:nvSpPr>
        <p:spPr>
          <a:xfrm>
            <a:off x="1771958" y="1148352"/>
            <a:ext cx="8648084" cy="4597540"/>
          </a:xfrm>
          <a:ln>
            <a:solidFill>
              <a:schemeClr val="tx1"/>
            </a:solidFill>
          </a:ln>
        </p:spPr>
        <p:txBody>
          <a:bodyPr>
            <a:normAutofit/>
          </a:bodyPr>
          <a:lstStyle/>
          <a:p>
            <a:r>
              <a:rPr lang="en-US" sz="1600" dirty="0"/>
              <a:t>Processing steps:</a:t>
            </a:r>
          </a:p>
          <a:p>
            <a:pPr marL="457200" indent="-457200">
              <a:buAutoNum type="arabicPeriod"/>
            </a:pPr>
            <a:r>
              <a:rPr lang="en-US" sz="1600" b="1" dirty="0"/>
              <a:t>Windowing (time domain)</a:t>
            </a:r>
            <a:r>
              <a:rPr lang="en-US" sz="1600" dirty="0"/>
              <a:t> : window of pre-determined length around each timepoint in each epoch for each channel </a:t>
            </a:r>
            <a:r>
              <a:rPr lang="en-US" sz="1600" b="1" dirty="0"/>
              <a:t>(timepoints x windows x epochs x channels)</a:t>
            </a:r>
          </a:p>
          <a:p>
            <a:pPr marL="457200" indent="-457200">
              <a:buAutoNum type="arabicPeriod"/>
            </a:pPr>
            <a:r>
              <a:rPr lang="en-US" sz="1600" b="1" dirty="0"/>
              <a:t>Transformation (time to frequency)</a:t>
            </a:r>
            <a:r>
              <a:rPr lang="en-US" sz="1600" dirty="0"/>
              <a:t>: calculate power per frequency band in each overlapping window of each epoch and channel using Fourier transform </a:t>
            </a:r>
            <a:r>
              <a:rPr lang="en-US" sz="1600" b="1" dirty="0"/>
              <a:t>(timepoints x epochs x channels x </a:t>
            </a:r>
            <a:r>
              <a:rPr lang="en-US" sz="1600" b="1" dirty="0" err="1"/>
              <a:t>frequency_bin</a:t>
            </a:r>
            <a:r>
              <a:rPr lang="en-US" sz="1600" b="1" dirty="0"/>
              <a:t>)</a:t>
            </a:r>
          </a:p>
          <a:p>
            <a:pPr marL="457200" indent="-457200">
              <a:buAutoNum type="arabicPeriod"/>
            </a:pPr>
            <a:r>
              <a:rPr lang="en-US" sz="1600" b="1" dirty="0"/>
              <a:t>Windowing and averaging (frequency domain)</a:t>
            </a:r>
            <a:r>
              <a:rPr lang="en-US" sz="1600" dirty="0"/>
              <a:t> : averaging signal power at each timepoint in every epoch during selected frequencies of interest (e.g. beta band 13-30Hz) </a:t>
            </a:r>
            <a:r>
              <a:rPr lang="en-US" sz="1600" b="1" dirty="0"/>
              <a:t>(timepoints x epochs x channels)</a:t>
            </a:r>
          </a:p>
          <a:p>
            <a:pPr marL="457200" indent="-457200">
              <a:buAutoNum type="arabicPeriod"/>
            </a:pPr>
            <a:r>
              <a:rPr lang="en-US" sz="1600" b="1" dirty="0"/>
              <a:t>Averaging (epoch space)</a:t>
            </a:r>
            <a:r>
              <a:rPr lang="en-US" sz="1600" dirty="0"/>
              <a:t> : averaging power at each timepoint in all epochs for all channels </a:t>
            </a:r>
            <a:r>
              <a:rPr lang="en-US" sz="1600" b="1" dirty="0"/>
              <a:t>(timepoints x channels)</a:t>
            </a:r>
          </a:p>
          <a:p>
            <a:pPr marL="457200" indent="-457200">
              <a:buAutoNum type="arabicPeriod"/>
            </a:pPr>
            <a:r>
              <a:rPr lang="en-US" sz="1600" b="1" dirty="0"/>
              <a:t>Windowing and averaging (channel space)</a:t>
            </a:r>
            <a:r>
              <a:rPr lang="en-US" sz="1600" dirty="0"/>
              <a:t> : selecting subset of channels to be used in connectivity evaluation </a:t>
            </a:r>
            <a:r>
              <a:rPr lang="en-US" sz="1600" b="1" dirty="0"/>
              <a:t>(timepoints x </a:t>
            </a:r>
            <a:r>
              <a:rPr lang="en-US" sz="1600" b="1" dirty="0" err="1"/>
              <a:t>connectivity_level</a:t>
            </a:r>
            <a:r>
              <a:rPr lang="en-US" sz="1600" b="1" dirty="0"/>
              <a:t>)</a:t>
            </a:r>
          </a:p>
          <a:p>
            <a:pPr marL="457200" indent="-457200">
              <a:buAutoNum type="arabicPeriod"/>
            </a:pPr>
            <a:r>
              <a:rPr lang="en-US" sz="1600" b="1" dirty="0"/>
              <a:t>Correlation</a:t>
            </a:r>
            <a:r>
              <a:rPr lang="en-US" sz="1600" dirty="0"/>
              <a:t> : finding connectivity between selected channels </a:t>
            </a:r>
            <a:r>
              <a:rPr lang="en-US" sz="1600" b="1" dirty="0"/>
              <a:t>(timepoints x connectivity _level x </a:t>
            </a:r>
            <a:r>
              <a:rPr lang="en-US" sz="1600" b="1" dirty="0" err="1"/>
              <a:t>connectivity_metric</a:t>
            </a:r>
            <a:r>
              <a:rPr lang="en-US" sz="1600" b="1" dirty="0"/>
              <a:t>)</a:t>
            </a:r>
            <a:endParaRPr lang="en-US" sz="1600" dirty="0"/>
          </a:p>
        </p:txBody>
      </p:sp>
      <p:sp>
        <p:nvSpPr>
          <p:cNvPr id="9" name="Right Arrow 8">
            <a:extLst>
              <a:ext uri="{FF2B5EF4-FFF2-40B4-BE49-F238E27FC236}">
                <a16:creationId xmlns:a16="http://schemas.microsoft.com/office/drawing/2014/main" id="{5DD0E048-5CAB-57CF-A516-E67527488895}"/>
              </a:ext>
            </a:extLst>
          </p:cNvPr>
          <p:cNvSpPr/>
          <p:nvPr/>
        </p:nvSpPr>
        <p:spPr>
          <a:xfrm>
            <a:off x="1228570" y="2934727"/>
            <a:ext cx="432486" cy="1544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A74AF5AD-FCEB-87EF-1F9E-2B40B073AF83}"/>
              </a:ext>
            </a:extLst>
          </p:cNvPr>
          <p:cNvSpPr/>
          <p:nvPr/>
        </p:nvSpPr>
        <p:spPr>
          <a:xfrm>
            <a:off x="10530944" y="2894571"/>
            <a:ext cx="432486" cy="1544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0145383"/>
      </p:ext>
    </p:extLst>
  </p:cSld>
  <p:clrMapOvr>
    <a:masterClrMapping/>
  </p:clrMapOvr>
</p:sld>
</file>

<file path=ppt/theme/theme1.xml><?xml version="1.0" encoding="utf-8"?>
<a:theme xmlns:a="http://schemas.openxmlformats.org/drawingml/2006/main" name="UOB">
  <a:themeElements>
    <a:clrScheme name="Custom 2">
      <a:dk1>
        <a:srgbClr val="000000"/>
      </a:dk1>
      <a:lt1>
        <a:srgbClr val="FFFFFF"/>
      </a:lt1>
      <a:dk2>
        <a:srgbClr val="C59A00"/>
      </a:dk2>
      <a:lt2>
        <a:srgbClr val="C20019"/>
      </a:lt2>
      <a:accent1>
        <a:srgbClr val="007838"/>
      </a:accent1>
      <a:accent2>
        <a:srgbClr val="00788E"/>
      </a:accent2>
      <a:accent3>
        <a:srgbClr val="0057BF"/>
      </a:accent3>
      <a:accent4>
        <a:srgbClr val="501D83"/>
      </a:accent4>
      <a:accent5>
        <a:srgbClr val="DB0061"/>
      </a:accent5>
      <a:accent6>
        <a:srgbClr val="CF4527"/>
      </a:accent6>
      <a:hlink>
        <a:srgbClr val="0057BF"/>
      </a:hlink>
      <a:folHlink>
        <a:srgbClr val="0057B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irmingham PPT 2026" id="{86EC31B4-B75D-434C-BEBB-768DD4211533}" vid="{B6E7CFB6-7E16-774A-90EA-9BA93C73CD74}"/>
    </a:ext>
  </a:extLst>
</a:theme>
</file>

<file path=docProps/app.xml><?xml version="1.0" encoding="utf-8"?>
<Properties xmlns="http://schemas.openxmlformats.org/officeDocument/2006/extended-properties" xmlns:vt="http://schemas.openxmlformats.org/officeDocument/2006/docPropsVTypes">
  <Template>Birmingham-PPT-2026</Template>
  <TotalTime>2841</TotalTime>
  <Words>1768</Words>
  <Application>Microsoft Macintosh PowerPoint</Application>
  <PresentationFormat>Widescreen</PresentationFormat>
  <Paragraphs>194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Courier New</vt:lpstr>
      <vt:lpstr>Times New Roman</vt:lpstr>
      <vt:lpstr>UOB</vt:lpstr>
      <vt:lpstr>FLUIDxNeuroscience</vt:lpstr>
      <vt:lpstr>Summary of Previous Meetings</vt:lpstr>
      <vt:lpstr>Searching For Alternative Example</vt:lpstr>
      <vt:lpstr>Searching For Alternative Example</vt:lpstr>
      <vt:lpstr>Searching For Alternative Example</vt:lpstr>
      <vt:lpstr>Future work</vt:lpstr>
      <vt:lpstr>Neuroscience Research Output (Abstractions)</vt:lpstr>
      <vt:lpstr>Progress after 12/01/26</vt:lpstr>
      <vt:lpstr>Progress after 19/03/2026</vt:lpstr>
      <vt:lpstr>Input-Output Dataset for EEG-Coherence Example</vt:lpstr>
      <vt:lpstr>Intermediate Datasets for EEG-Coherence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 Phalke (PhD Psy Lab ATAS (PhysCAH3) FT)</dc:creator>
  <cp:lastModifiedBy>Kiran Phalke (PhD Psy Lab ATAS (PhysCAH3) FT)</cp:lastModifiedBy>
  <cp:revision>63</cp:revision>
  <dcterms:created xsi:type="dcterms:W3CDTF">2026-01-12T14:46:07Z</dcterms:created>
  <dcterms:modified xsi:type="dcterms:W3CDTF">2026-05-27T17:09:09Z</dcterms:modified>
</cp:coreProperties>
</file>